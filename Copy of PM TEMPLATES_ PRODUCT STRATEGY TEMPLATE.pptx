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75" r:id="rId5"/>
    <p:sldMasterId id="2147483876" r:id="rId6"/>
    <p:sldMasterId id="2147483877" r:id="rId7"/>
    <p:sldMasterId id="2147483878" r:id="rId8"/>
    <p:sldMasterId id="214748387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Lst>
  <p:sldSz cy="5143500" cx="9144000"/>
  <p:notesSz cx="6858000" cy="9144000"/>
  <p:embeddedFontLst>
    <p:embeddedFont>
      <p:font typeface="Merriweather Sans"/>
      <p:regular r:id="rId39"/>
      <p:bold r:id="rId40"/>
      <p:italic r:id="rId41"/>
      <p:boldItalic r:id="rId42"/>
    </p:embeddedFont>
    <p:embeddedFont>
      <p:font typeface="Roboto"/>
      <p:regular r:id="rId43"/>
      <p:bold r:id="rId44"/>
      <p:italic r:id="rId45"/>
      <p:boldItalic r:id="rId46"/>
    </p:embeddedFont>
    <p:embeddedFont>
      <p:font typeface="Poppins"/>
      <p:regular r:id="rId47"/>
      <p:bold r:id="rId48"/>
      <p:italic r:id="rId49"/>
      <p:boldItalic r:id="rId50"/>
    </p:embeddedFont>
    <p:embeddedFont>
      <p:font typeface="Lato"/>
      <p:regular r:id="rId51"/>
      <p:bold r:id="rId52"/>
      <p:italic r:id="rId53"/>
      <p:boldItalic r:id="rId54"/>
    </p:embeddedFont>
    <p:embeddedFont>
      <p:font typeface="Poppins SemiBold"/>
      <p:regular r:id="rId55"/>
      <p:bold r:id="rId56"/>
      <p:italic r:id="rId57"/>
      <p:boldItalic r:id="rId58"/>
    </p:embeddedFont>
    <p:embeddedFont>
      <p:font typeface="Merriweather"/>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4D41AA-D2DC-4DD0-833B-0490B6759500}">
  <a:tblStyle styleId="{464D41AA-D2DC-4DD0-833B-0490B675950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Sans-bold.fntdata"/><Relationship Id="rId42" Type="http://schemas.openxmlformats.org/officeDocument/2006/relationships/font" Target="fonts/MerriweatherSans-boldItalic.fntdata"/><Relationship Id="rId41" Type="http://schemas.openxmlformats.org/officeDocument/2006/relationships/font" Target="fonts/MerriweatherSans-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font" Target="fonts/MerriweatherSans-regular.fntdata"/><Relationship Id="rId38" Type="http://schemas.openxmlformats.org/officeDocument/2006/relationships/slide" Target="slides/slide28.xml"/><Relationship Id="rId62" Type="http://schemas.openxmlformats.org/officeDocument/2006/relationships/font" Target="fonts/Merriweather-boldItalic.fntdata"/><Relationship Id="rId61" Type="http://schemas.openxmlformats.org/officeDocument/2006/relationships/font" Target="fonts/Merriweather-italic.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Merriweather-bold.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Lato-regular.fntdata"/><Relationship Id="rId50" Type="http://schemas.openxmlformats.org/officeDocument/2006/relationships/font" Target="fonts/Poppins-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slide" Target="slides/slide1.xml"/><Relationship Id="rId55" Type="http://schemas.openxmlformats.org/officeDocument/2006/relationships/font" Target="fonts/PoppinsSemiBold-regular.fntdata"/><Relationship Id="rId10" Type="http://schemas.openxmlformats.org/officeDocument/2006/relationships/notesMaster" Target="notesMasters/notesMaster1.xml"/><Relationship Id="rId54" Type="http://schemas.openxmlformats.org/officeDocument/2006/relationships/font" Target="fonts/Lato-boldItalic.fntdata"/><Relationship Id="rId13" Type="http://schemas.openxmlformats.org/officeDocument/2006/relationships/slide" Target="slides/slide3.xml"/><Relationship Id="rId57" Type="http://schemas.openxmlformats.org/officeDocument/2006/relationships/font" Target="fonts/PoppinsSemiBold-italic.fntdata"/><Relationship Id="rId12" Type="http://schemas.openxmlformats.org/officeDocument/2006/relationships/slide" Target="slides/slide2.xml"/><Relationship Id="rId56" Type="http://schemas.openxmlformats.org/officeDocument/2006/relationships/font" Target="fonts/PoppinsSemiBold-bold.fntdata"/><Relationship Id="rId15" Type="http://schemas.openxmlformats.org/officeDocument/2006/relationships/slide" Target="slides/slide5.xml"/><Relationship Id="rId59" Type="http://schemas.openxmlformats.org/officeDocument/2006/relationships/font" Target="fonts/Merriweather-regular.fntdata"/><Relationship Id="rId14" Type="http://schemas.openxmlformats.org/officeDocument/2006/relationships/slide" Target="slides/slide4.xml"/><Relationship Id="rId58" Type="http://schemas.openxmlformats.org/officeDocument/2006/relationships/font" Target="fonts/PoppinsSemiBold-boldItalic.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0504c3c1e1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0504c3c1e1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0504c3c1e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20504c3c1e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0504c3c1e1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0504c3c1e1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1ffdaf944be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1ffdaf944be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20504c3c1e1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20504c3c1e1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2900"/>
              </a:spcBef>
              <a:spcAft>
                <a:spcPts val="0"/>
              </a:spcAft>
              <a:buClr>
                <a:srgbClr val="374151"/>
              </a:buClr>
              <a:buSzPts val="1200"/>
              <a:buFont typeface="Roboto"/>
              <a:buAutoNum type="arabicPeriod"/>
            </a:pPr>
            <a:r>
              <a:rPr lang="en" sz="1200">
                <a:solidFill>
                  <a:srgbClr val="374151"/>
                </a:solidFill>
                <a:highlight>
                  <a:srgbClr val="F7F7F8"/>
                </a:highlight>
                <a:latin typeface="Roboto"/>
                <a:ea typeface="Roboto"/>
                <a:cs typeface="Roboto"/>
                <a:sym typeface="Roboto"/>
              </a:rPr>
              <a:t>Stay current: As the product launch progresses, be prepared to update the template to reflect new tasks, changes in approach, or the completion of existing items.</a:t>
            </a:r>
            <a:endParaRPr sz="1200">
              <a:solidFill>
                <a:srgbClr val="374151"/>
              </a:solidFill>
              <a:highlight>
                <a:srgbClr val="F7F7F8"/>
              </a:highlight>
              <a:latin typeface="Roboto"/>
              <a:ea typeface="Roboto"/>
              <a:cs typeface="Roboto"/>
              <a:sym typeface="Roboto"/>
            </a:endParaRPr>
          </a:p>
          <a:p>
            <a:pPr indent="-304800" lvl="0" marL="457200" rtl="0" algn="l">
              <a:lnSpc>
                <a:spcPct val="115000"/>
              </a:lnSpc>
              <a:spcBef>
                <a:spcPts val="0"/>
              </a:spcBef>
              <a:spcAft>
                <a:spcPts val="0"/>
              </a:spcAft>
              <a:buClr>
                <a:srgbClr val="374151"/>
              </a:buClr>
              <a:buSzPts val="1200"/>
              <a:buFont typeface="Roboto"/>
              <a:buAutoNum type="arabicPeriod"/>
            </a:pPr>
            <a:r>
              <a:rPr lang="en" sz="1200">
                <a:solidFill>
                  <a:srgbClr val="374151"/>
                </a:solidFill>
                <a:highlight>
                  <a:srgbClr val="F7F7F8"/>
                </a:highlight>
                <a:latin typeface="Roboto"/>
                <a:ea typeface="Roboto"/>
                <a:cs typeface="Roboto"/>
                <a:sym typeface="Roboto"/>
              </a:rPr>
              <a:t>Use the template as a guide: Keep the template handy and consult it regularly throughout the product launch process to ensure that all tasks are completed on time and that the product strategy remains aligned with the overall business goals.</a:t>
            </a:r>
            <a:endParaRPr sz="1200">
              <a:solidFill>
                <a:srgbClr val="374151"/>
              </a:solidFill>
              <a:highlight>
                <a:srgbClr val="F7F7F8"/>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1ffdaf944be_0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1ffdaf944be_0_1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20504c3c1e1_0_1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20504c3c1e1_0_1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1ffdaf944be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1ffdaf944be_0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0504c3c1e1_0_1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0504c3c1e1_0_1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1ffdaf944be_0_1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1ffdaf944be_0_1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20504c3c1e1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20504c3c1e1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1ffdaf944be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1ffdaf944be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20504c3c1e1_0_1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20504c3c1e1_0_1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1ffdaf944be_0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1ffdaf944be_0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20504c3c1e1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20504c3c1e1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1ffdaf944be_0_1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1ffdaf944be_0_1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0504c3c1e1_0_2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20504c3c1e1_0_2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1ffdaf944be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1ffdaf944be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1ffdaf944be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1ffdaf944be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1ffdaf944be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1ffdaf944be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1ffdaf944be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1ffdaf944be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206ad75009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206ad75009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206ad75009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206ad75009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206ad75009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206ad75009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206ad75009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2" name="Google Shape;1432;g206ad75009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06ad75009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206ad75009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206ad75009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206ad75009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20504c3c1e1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20504c3c1e1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1721411" y="1305136"/>
            <a:ext cx="5739900" cy="20526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297030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TITLE_1">
    <p:bg>
      <p:bgPr>
        <a:solidFill>
          <a:schemeClr val="lt1"/>
        </a:solidFill>
      </p:bgPr>
    </p:bg>
    <p:spTree>
      <p:nvGrpSpPr>
        <p:cNvPr id="58" name="Shape 58"/>
        <p:cNvGrpSpPr/>
        <p:nvPr/>
      </p:nvGrpSpPr>
      <p:grpSpPr>
        <a:xfrm>
          <a:off x="0" y="0"/>
          <a:ext cx="0" cy="0"/>
          <a:chOff x="0" y="0"/>
          <a:chExt cx="0" cy="0"/>
        </a:xfrm>
      </p:grpSpPr>
      <p:sp>
        <p:nvSpPr>
          <p:cNvPr id="59" name="Google Shape;59;p15"/>
          <p:cNvSpPr txBox="1"/>
          <p:nvPr>
            <p:ph type="ctrTitle"/>
          </p:nvPr>
        </p:nvSpPr>
        <p:spPr>
          <a:xfrm>
            <a:off x="1702050" y="1965626"/>
            <a:ext cx="5739900" cy="12087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0" name="Google Shape;60;p15"/>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800"/>
              <a:buNone/>
              <a:defRPr>
                <a:solidFill>
                  <a:schemeClr val="dk1"/>
                </a:solidFill>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5"/>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TITLE_1_1">
    <p:bg>
      <p:bgPr>
        <a:solidFill>
          <a:schemeClr val="dk1"/>
        </a:solidFill>
      </p:bgPr>
    </p:bg>
    <p:spTree>
      <p:nvGrpSpPr>
        <p:cNvPr id="63" name="Shape 63"/>
        <p:cNvGrpSpPr/>
        <p:nvPr/>
      </p:nvGrpSpPr>
      <p:grpSpPr>
        <a:xfrm>
          <a:off x="0" y="0"/>
          <a:ext cx="0" cy="0"/>
          <a:chOff x="0" y="0"/>
          <a:chExt cx="0" cy="0"/>
        </a:xfrm>
      </p:grpSpPr>
      <p:sp>
        <p:nvSpPr>
          <p:cNvPr id="64" name="Google Shape;64;p16"/>
          <p:cNvSpPr txBox="1"/>
          <p:nvPr>
            <p:ph type="ctrTitle"/>
          </p:nvPr>
        </p:nvSpPr>
        <p:spPr>
          <a:xfrm>
            <a:off x="1702050" y="1977268"/>
            <a:ext cx="5739900" cy="12069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5" name="Google Shape;65;p16"/>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6"/>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p:cSld name="CUSTOM">
    <p:spTree>
      <p:nvGrpSpPr>
        <p:cNvPr id="71" name="Shape 71"/>
        <p:cNvGrpSpPr/>
        <p:nvPr/>
      </p:nvGrpSpPr>
      <p:grpSpPr>
        <a:xfrm>
          <a:off x="0" y="0"/>
          <a:ext cx="0" cy="0"/>
          <a:chOff x="0" y="0"/>
          <a:chExt cx="0" cy="0"/>
        </a:xfrm>
      </p:grpSpPr>
      <p:sp>
        <p:nvSpPr>
          <p:cNvPr id="72" name="Google Shape;72;p18"/>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 name="Google Shape;73;p18"/>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2">
  <p:cSld name="CUSTOM_8">
    <p:spTree>
      <p:nvGrpSpPr>
        <p:cNvPr id="74" name="Shape 74"/>
        <p:cNvGrpSpPr/>
        <p:nvPr/>
      </p:nvGrpSpPr>
      <p:grpSpPr>
        <a:xfrm>
          <a:off x="0" y="0"/>
          <a:ext cx="0" cy="0"/>
          <a:chOff x="0" y="0"/>
          <a:chExt cx="0" cy="0"/>
        </a:xfrm>
      </p:grpSpPr>
      <p:sp>
        <p:nvSpPr>
          <p:cNvPr id="75" name="Google Shape;75;p19"/>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19"/>
          <p:cNvSpPr txBox="1"/>
          <p:nvPr>
            <p:ph idx="1" type="body"/>
          </p:nvPr>
        </p:nvSpPr>
        <p:spPr>
          <a:xfrm>
            <a:off x="3266600" y="2197604"/>
            <a:ext cx="3936000" cy="9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 picture">
  <p:cSld name="CUSTOM_2">
    <p:spTree>
      <p:nvGrpSpPr>
        <p:cNvPr id="77" name="Shape 77"/>
        <p:cNvGrpSpPr/>
        <p:nvPr/>
      </p:nvGrpSpPr>
      <p:grpSpPr>
        <a:xfrm>
          <a:off x="0" y="0"/>
          <a:ext cx="0" cy="0"/>
          <a:chOff x="0" y="0"/>
          <a:chExt cx="0" cy="0"/>
        </a:xfrm>
      </p:grpSpPr>
      <p:sp>
        <p:nvSpPr>
          <p:cNvPr id="78" name="Google Shape;78;p20"/>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20"/>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one column">
  <p:cSld name="CUSTOM_1">
    <p:spTree>
      <p:nvGrpSpPr>
        <p:cNvPr id="80" name="Shape 80"/>
        <p:cNvGrpSpPr/>
        <p:nvPr/>
      </p:nvGrpSpPr>
      <p:grpSpPr>
        <a:xfrm>
          <a:off x="0" y="0"/>
          <a:ext cx="0" cy="0"/>
          <a:chOff x="0" y="0"/>
          <a:chExt cx="0" cy="0"/>
        </a:xfrm>
      </p:grpSpPr>
      <p:sp>
        <p:nvSpPr>
          <p:cNvPr id="81" name="Google Shape;81;p2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21"/>
          <p:cNvSpPr txBox="1"/>
          <p:nvPr>
            <p:ph idx="1" type="body"/>
          </p:nvPr>
        </p:nvSpPr>
        <p:spPr>
          <a:xfrm>
            <a:off x="607200" y="1764944"/>
            <a:ext cx="3936000" cy="77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 name="Google Shape;83;p21"/>
          <p:cNvSpPr txBox="1"/>
          <p:nvPr>
            <p:ph idx="2" type="body"/>
          </p:nvPr>
        </p:nvSpPr>
        <p:spPr>
          <a:xfrm>
            <a:off x="607200" y="2646644"/>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list">
  <p:cSld name="CUSTOM_1_2">
    <p:spTree>
      <p:nvGrpSpPr>
        <p:cNvPr id="84" name="Shape 84"/>
        <p:cNvGrpSpPr/>
        <p:nvPr/>
      </p:nvGrpSpPr>
      <p:grpSpPr>
        <a:xfrm>
          <a:off x="0" y="0"/>
          <a:ext cx="0" cy="0"/>
          <a:chOff x="0" y="0"/>
          <a:chExt cx="0" cy="0"/>
        </a:xfrm>
      </p:grpSpPr>
      <p:sp>
        <p:nvSpPr>
          <p:cNvPr id="85" name="Google Shape;85;p22"/>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22"/>
          <p:cNvSpPr txBox="1"/>
          <p:nvPr>
            <p:ph idx="1" type="body"/>
          </p:nvPr>
        </p:nvSpPr>
        <p:spPr>
          <a:xfrm>
            <a:off x="607200" y="1789698"/>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7" name="Google Shape;87;p22"/>
          <p:cNvSpPr txBox="1"/>
          <p:nvPr>
            <p:ph idx="2" type="body"/>
          </p:nvPr>
        </p:nvSpPr>
        <p:spPr>
          <a:xfrm>
            <a:off x="607200" y="2983598"/>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bullet point">
  <p:cSld name="CUSTOM_1_2_1">
    <p:spTree>
      <p:nvGrpSpPr>
        <p:cNvPr id="88" name="Shape 88"/>
        <p:cNvGrpSpPr/>
        <p:nvPr/>
      </p:nvGrpSpPr>
      <p:grpSpPr>
        <a:xfrm>
          <a:off x="0" y="0"/>
          <a:ext cx="0" cy="0"/>
          <a:chOff x="0" y="0"/>
          <a:chExt cx="0" cy="0"/>
        </a:xfrm>
      </p:grpSpPr>
      <p:sp>
        <p:nvSpPr>
          <p:cNvPr id="89" name="Google Shape;89;p2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 name="Google Shape;90;p23"/>
          <p:cNvSpPr txBox="1"/>
          <p:nvPr>
            <p:ph idx="1" type="body"/>
          </p:nvPr>
        </p:nvSpPr>
        <p:spPr>
          <a:xfrm>
            <a:off x="607200" y="1788194"/>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1" name="Google Shape;91;p23"/>
          <p:cNvSpPr txBox="1"/>
          <p:nvPr>
            <p:ph idx="2" type="body"/>
          </p:nvPr>
        </p:nvSpPr>
        <p:spPr>
          <a:xfrm>
            <a:off x="607200" y="2982094"/>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list">
  <p:cSld name="CUSTOM_1_1">
    <p:spTree>
      <p:nvGrpSpPr>
        <p:cNvPr id="92" name="Shape 92"/>
        <p:cNvGrpSpPr/>
        <p:nvPr/>
      </p:nvGrpSpPr>
      <p:grpSpPr>
        <a:xfrm>
          <a:off x="0" y="0"/>
          <a:ext cx="0" cy="0"/>
          <a:chOff x="0" y="0"/>
          <a:chExt cx="0" cy="0"/>
        </a:xfrm>
      </p:grpSpPr>
      <p:sp>
        <p:nvSpPr>
          <p:cNvPr id="93" name="Google Shape;93;p2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24"/>
          <p:cNvSpPr txBox="1"/>
          <p:nvPr>
            <p:ph idx="1" type="body"/>
          </p:nvPr>
        </p:nvSpPr>
        <p:spPr>
          <a:xfrm>
            <a:off x="607200" y="1765610"/>
            <a:ext cx="3936000" cy="2673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1">
  <p:cSld name="CUSTOM_1_1_1">
    <p:spTree>
      <p:nvGrpSpPr>
        <p:cNvPr id="95" name="Shape 95"/>
        <p:cNvGrpSpPr/>
        <p:nvPr/>
      </p:nvGrpSpPr>
      <p:grpSpPr>
        <a:xfrm>
          <a:off x="0" y="0"/>
          <a:ext cx="0" cy="0"/>
          <a:chOff x="0" y="0"/>
          <a:chExt cx="0" cy="0"/>
        </a:xfrm>
      </p:grpSpPr>
      <p:sp>
        <p:nvSpPr>
          <p:cNvPr id="96" name="Google Shape;96;p2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 name="Google Shape;97;p25"/>
          <p:cNvSpPr txBox="1"/>
          <p:nvPr>
            <p:ph idx="1" type="body"/>
          </p:nvPr>
        </p:nvSpPr>
        <p:spPr>
          <a:xfrm>
            <a:off x="607200" y="1765607"/>
            <a:ext cx="3936000" cy="266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p:cSld name="CUSTOM_1_1_1_1">
    <p:spTree>
      <p:nvGrpSpPr>
        <p:cNvPr id="98" name="Shape 98"/>
        <p:cNvGrpSpPr/>
        <p:nvPr/>
      </p:nvGrpSpPr>
      <p:grpSpPr>
        <a:xfrm>
          <a:off x="0" y="0"/>
          <a:ext cx="0" cy="0"/>
          <a:chOff x="0" y="0"/>
          <a:chExt cx="0" cy="0"/>
        </a:xfrm>
      </p:grpSpPr>
      <p:sp>
        <p:nvSpPr>
          <p:cNvPr id="99" name="Google Shape;99;p2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26"/>
          <p:cNvSpPr txBox="1"/>
          <p:nvPr>
            <p:ph idx="1" type="body"/>
          </p:nvPr>
        </p:nvSpPr>
        <p:spPr>
          <a:xfrm>
            <a:off x="607200" y="1565350"/>
            <a:ext cx="4607400" cy="3042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101" name="Shape 101"/>
        <p:cNvGrpSpPr/>
        <p:nvPr/>
      </p:nvGrpSpPr>
      <p:grpSpPr>
        <a:xfrm>
          <a:off x="0" y="0"/>
          <a:ext cx="0" cy="0"/>
          <a:chOff x="0" y="0"/>
          <a:chExt cx="0" cy="0"/>
        </a:xfrm>
      </p:grpSpPr>
      <p:sp>
        <p:nvSpPr>
          <p:cNvPr id="102" name="Google Shape;102;p27"/>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27"/>
          <p:cNvSpPr txBox="1"/>
          <p:nvPr>
            <p:ph idx="1" type="body"/>
          </p:nvPr>
        </p:nvSpPr>
        <p:spPr>
          <a:xfrm>
            <a:off x="607200" y="1765237"/>
            <a:ext cx="3290700" cy="1208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 name="Google Shape;104;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 picture">
  <p:cSld name="TITLE_AND_BODY_1">
    <p:spTree>
      <p:nvGrpSpPr>
        <p:cNvPr id="105" name="Shape 105"/>
        <p:cNvGrpSpPr/>
        <p:nvPr/>
      </p:nvGrpSpPr>
      <p:grpSpPr>
        <a:xfrm>
          <a:off x="0" y="0"/>
          <a:ext cx="0" cy="0"/>
          <a:chOff x="0" y="0"/>
          <a:chExt cx="0" cy="0"/>
        </a:xfrm>
      </p:grpSpPr>
      <p:sp>
        <p:nvSpPr>
          <p:cNvPr id="106" name="Google Shape;106;p28"/>
          <p:cNvSpPr txBox="1"/>
          <p:nvPr>
            <p:ph type="title"/>
          </p:nvPr>
        </p:nvSpPr>
        <p:spPr>
          <a:xfrm>
            <a:off x="607200" y="1026550"/>
            <a:ext cx="3936000" cy="5394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28"/>
          <p:cNvSpPr txBox="1"/>
          <p:nvPr>
            <p:ph idx="1" type="body"/>
          </p:nvPr>
        </p:nvSpPr>
        <p:spPr>
          <a:xfrm>
            <a:off x="607200" y="1765200"/>
            <a:ext cx="3936000" cy="2838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
        <p:nvSpPr>
          <p:cNvPr id="108" name="Google Shape;108;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ext and list">
  <p:cSld name="TITLE_AND_BODY_1_1">
    <p:spTree>
      <p:nvGrpSpPr>
        <p:cNvPr id="109" name="Shape 109"/>
        <p:cNvGrpSpPr/>
        <p:nvPr/>
      </p:nvGrpSpPr>
      <p:grpSpPr>
        <a:xfrm>
          <a:off x="0" y="0"/>
          <a:ext cx="0" cy="0"/>
          <a:chOff x="0" y="0"/>
          <a:chExt cx="0" cy="0"/>
        </a:xfrm>
      </p:grpSpPr>
      <p:sp>
        <p:nvSpPr>
          <p:cNvPr id="110" name="Google Shape;110;p2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 name="Google Shape;111;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9"/>
          <p:cNvSpPr txBox="1"/>
          <p:nvPr>
            <p:ph idx="1" type="body"/>
          </p:nvPr>
        </p:nvSpPr>
        <p:spPr>
          <a:xfrm>
            <a:off x="607200" y="1781026"/>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3" name="Google Shape;113;p29"/>
          <p:cNvSpPr txBox="1"/>
          <p:nvPr>
            <p:ph idx="2" type="body"/>
          </p:nvPr>
        </p:nvSpPr>
        <p:spPr>
          <a:xfrm>
            <a:off x="607200" y="2640259"/>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USTOM_3">
    <p:spTree>
      <p:nvGrpSpPr>
        <p:cNvPr id="114" name="Shape 114"/>
        <p:cNvGrpSpPr/>
        <p:nvPr/>
      </p:nvGrpSpPr>
      <p:grpSpPr>
        <a:xfrm>
          <a:off x="0" y="0"/>
          <a:ext cx="0" cy="0"/>
          <a:chOff x="0" y="0"/>
          <a:chExt cx="0" cy="0"/>
        </a:xfrm>
      </p:grpSpPr>
      <p:sp>
        <p:nvSpPr>
          <p:cNvPr id="115" name="Google Shape;115;p30"/>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30"/>
          <p:cNvSpPr txBox="1"/>
          <p:nvPr>
            <p:ph idx="1" type="body"/>
          </p:nvPr>
        </p:nvSpPr>
        <p:spPr>
          <a:xfrm>
            <a:off x="60720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 name="Google Shape;117;p30"/>
          <p:cNvSpPr txBox="1"/>
          <p:nvPr>
            <p:ph idx="2" type="body"/>
          </p:nvPr>
        </p:nvSpPr>
        <p:spPr>
          <a:xfrm>
            <a:off x="607200"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8" name="Google Shape;118;p30"/>
          <p:cNvSpPr txBox="1"/>
          <p:nvPr>
            <p:ph idx="3" type="body"/>
          </p:nvPr>
        </p:nvSpPr>
        <p:spPr>
          <a:xfrm>
            <a:off x="458513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9" name="Google Shape;119;p30"/>
          <p:cNvSpPr txBox="1"/>
          <p:nvPr>
            <p:ph idx="4" type="body"/>
          </p:nvPr>
        </p:nvSpPr>
        <p:spPr>
          <a:xfrm>
            <a:off x="4585128"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USTOM_3_1">
    <p:spTree>
      <p:nvGrpSpPr>
        <p:cNvPr id="120" name="Shape 120"/>
        <p:cNvGrpSpPr/>
        <p:nvPr/>
      </p:nvGrpSpPr>
      <p:grpSpPr>
        <a:xfrm>
          <a:off x="0" y="0"/>
          <a:ext cx="0" cy="0"/>
          <a:chOff x="0" y="0"/>
          <a:chExt cx="0" cy="0"/>
        </a:xfrm>
      </p:grpSpPr>
      <p:sp>
        <p:nvSpPr>
          <p:cNvPr id="121" name="Google Shape;121;p3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31"/>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3" name="Google Shape;123;p31"/>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4" name="Google Shape;124;p31"/>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5" name="Google Shape;125;p31"/>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6" name="Google Shape;126;p31"/>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27" name="Google Shape;127;p31"/>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p:cSld name="TITLE_AND_BODY_1_1_1">
    <p:spTree>
      <p:nvGrpSpPr>
        <p:cNvPr id="128" name="Shape 128"/>
        <p:cNvGrpSpPr/>
        <p:nvPr/>
      </p:nvGrpSpPr>
      <p:grpSpPr>
        <a:xfrm>
          <a:off x="0" y="0"/>
          <a:ext cx="0" cy="0"/>
          <a:chOff x="0" y="0"/>
          <a:chExt cx="0" cy="0"/>
        </a:xfrm>
      </p:grpSpPr>
      <p:sp>
        <p:nvSpPr>
          <p:cNvPr id="129" name="Google Shape;129;p3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0" name="Google Shape;130;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32"/>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2" name="Google Shape;132;p32"/>
          <p:cNvSpPr txBox="1"/>
          <p:nvPr>
            <p:ph idx="2" type="body"/>
          </p:nvPr>
        </p:nvSpPr>
        <p:spPr>
          <a:xfrm>
            <a:off x="607200"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3" name="Google Shape;133;p32"/>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4" name="Google Shape;134;p32"/>
          <p:cNvSpPr txBox="1"/>
          <p:nvPr>
            <p:ph idx="4" type="body"/>
          </p:nvPr>
        </p:nvSpPr>
        <p:spPr>
          <a:xfrm>
            <a:off x="4589631"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2">
  <p:cSld name="TITLE_AND_BODY_1_1_1_1">
    <p:spTree>
      <p:nvGrpSpPr>
        <p:cNvPr id="135" name="Shape 135"/>
        <p:cNvGrpSpPr/>
        <p:nvPr/>
      </p:nvGrpSpPr>
      <p:grpSpPr>
        <a:xfrm>
          <a:off x="0" y="0"/>
          <a:ext cx="0" cy="0"/>
          <a:chOff x="0" y="0"/>
          <a:chExt cx="0" cy="0"/>
        </a:xfrm>
      </p:grpSpPr>
      <p:sp>
        <p:nvSpPr>
          <p:cNvPr id="136" name="Google Shape;136;p3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33"/>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9" name="Google Shape;139;p33"/>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0" name="Google Shape;140;p33"/>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1" name="Google Shape;141;p33"/>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2" name="Google Shape;142;p33"/>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3" name="Google Shape;143;p33"/>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and list" type="twoColTx">
  <p:cSld name="TITLE_AND_TWO_COLUMNS">
    <p:spTree>
      <p:nvGrpSpPr>
        <p:cNvPr id="144" name="Shape 144"/>
        <p:cNvGrpSpPr/>
        <p:nvPr/>
      </p:nvGrpSpPr>
      <p:grpSpPr>
        <a:xfrm>
          <a:off x="0" y="0"/>
          <a:ext cx="0" cy="0"/>
          <a:chOff x="0" y="0"/>
          <a:chExt cx="0" cy="0"/>
        </a:xfrm>
      </p:grpSpPr>
      <p:sp>
        <p:nvSpPr>
          <p:cNvPr id="145" name="Google Shape;145;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7" name="Google Shape;147;p34"/>
          <p:cNvSpPr txBox="1"/>
          <p:nvPr>
            <p:ph idx="1" type="body"/>
          </p:nvPr>
        </p:nvSpPr>
        <p:spPr>
          <a:xfrm>
            <a:off x="60720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8" name="Google Shape;148;p34"/>
          <p:cNvSpPr txBox="1"/>
          <p:nvPr>
            <p:ph idx="2" type="body"/>
          </p:nvPr>
        </p:nvSpPr>
        <p:spPr>
          <a:xfrm>
            <a:off x="60720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9" name="Google Shape;149;p34"/>
          <p:cNvSpPr txBox="1"/>
          <p:nvPr>
            <p:ph idx="3" type="body"/>
          </p:nvPr>
        </p:nvSpPr>
        <p:spPr>
          <a:xfrm>
            <a:off x="35962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0" name="Google Shape;150;p34"/>
          <p:cNvSpPr txBox="1"/>
          <p:nvPr>
            <p:ph idx="4" type="body"/>
          </p:nvPr>
        </p:nvSpPr>
        <p:spPr>
          <a:xfrm>
            <a:off x="35962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1" name="Google Shape;151;p34"/>
          <p:cNvSpPr txBox="1"/>
          <p:nvPr>
            <p:ph idx="5" type="body"/>
          </p:nvPr>
        </p:nvSpPr>
        <p:spPr>
          <a:xfrm>
            <a:off x="65884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2" name="Google Shape;152;p34"/>
          <p:cNvSpPr txBox="1"/>
          <p:nvPr>
            <p:ph idx="6" type="body"/>
          </p:nvPr>
        </p:nvSpPr>
        <p:spPr>
          <a:xfrm>
            <a:off x="65884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p:cSld name="TITLE_AND_TWO_COLUMNS_1">
    <p:spTree>
      <p:nvGrpSpPr>
        <p:cNvPr id="153" name="Shape 153"/>
        <p:cNvGrpSpPr/>
        <p:nvPr/>
      </p:nvGrpSpPr>
      <p:grpSpPr>
        <a:xfrm>
          <a:off x="0" y="0"/>
          <a:ext cx="0" cy="0"/>
          <a:chOff x="0" y="0"/>
          <a:chExt cx="0" cy="0"/>
        </a:xfrm>
      </p:grpSpPr>
      <p:sp>
        <p:nvSpPr>
          <p:cNvPr id="154" name="Google Shape;154;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6" name="Google Shape;156;p35"/>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7" name="Google Shape;157;p35"/>
          <p:cNvSpPr txBox="1"/>
          <p:nvPr>
            <p:ph idx="2" type="body"/>
          </p:nvPr>
        </p:nvSpPr>
        <p:spPr>
          <a:xfrm>
            <a:off x="35962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8" name="Google Shape;158;p35"/>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9" name="Google Shape;159;p35"/>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60" name="Google Shape;160;p35"/>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61" name="Google Shape;161;p35"/>
          <p:cNvSpPr txBox="1"/>
          <p:nvPr>
            <p:ph idx="6" type="subTitle"/>
          </p:nvPr>
        </p:nvSpPr>
        <p:spPr>
          <a:xfrm>
            <a:off x="3597825"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2">
  <p:cSld name="TITLE_AND_TWO_COLUMNS_1_3">
    <p:spTree>
      <p:nvGrpSpPr>
        <p:cNvPr id="162" name="Shape 162"/>
        <p:cNvGrpSpPr/>
        <p:nvPr/>
      </p:nvGrpSpPr>
      <p:grpSpPr>
        <a:xfrm>
          <a:off x="0" y="0"/>
          <a:ext cx="0" cy="0"/>
          <a:chOff x="0" y="0"/>
          <a:chExt cx="0" cy="0"/>
        </a:xfrm>
      </p:grpSpPr>
      <p:sp>
        <p:nvSpPr>
          <p:cNvPr id="163" name="Google Shape;163;p36"/>
          <p:cNvSpPr/>
          <p:nvPr/>
        </p:nvSpPr>
        <p:spPr>
          <a:xfrm>
            <a:off x="49125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64" name="Google Shape;164;p36"/>
          <p:cNvSpPr/>
          <p:nvPr/>
        </p:nvSpPr>
        <p:spPr>
          <a:xfrm>
            <a:off x="6072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6"/>
          <p:cNvSpPr/>
          <p:nvPr/>
        </p:nvSpPr>
        <p:spPr>
          <a:xfrm>
            <a:off x="275985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66" name="Google Shape;166;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3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8" name="Google Shape;168;p36"/>
          <p:cNvSpPr txBox="1"/>
          <p:nvPr>
            <p:ph idx="1" type="body"/>
          </p:nvPr>
        </p:nvSpPr>
        <p:spPr>
          <a:xfrm>
            <a:off x="6072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9" name="Google Shape;169;p36"/>
          <p:cNvSpPr txBox="1"/>
          <p:nvPr>
            <p:ph idx="2" type="body"/>
          </p:nvPr>
        </p:nvSpPr>
        <p:spPr>
          <a:xfrm>
            <a:off x="275985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0" name="Google Shape;170;p36"/>
          <p:cNvSpPr txBox="1"/>
          <p:nvPr>
            <p:ph idx="3" type="body"/>
          </p:nvPr>
        </p:nvSpPr>
        <p:spPr>
          <a:xfrm>
            <a:off x="49125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1" name="Google Shape;171;p36"/>
          <p:cNvSpPr txBox="1"/>
          <p:nvPr>
            <p:ph idx="4" type="subTitle"/>
          </p:nvPr>
        </p:nvSpPr>
        <p:spPr>
          <a:xfrm>
            <a:off x="6072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72" name="Google Shape;172;p36"/>
          <p:cNvSpPr txBox="1"/>
          <p:nvPr>
            <p:ph idx="5" type="subTitle"/>
          </p:nvPr>
        </p:nvSpPr>
        <p:spPr>
          <a:xfrm>
            <a:off x="49125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73" name="Google Shape;173;p36"/>
          <p:cNvSpPr txBox="1"/>
          <p:nvPr>
            <p:ph idx="6" type="subTitle"/>
          </p:nvPr>
        </p:nvSpPr>
        <p:spPr>
          <a:xfrm>
            <a:off x="275985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TITLE_AND_TWO_COLUMNS_1_3_1">
    <p:spTree>
      <p:nvGrpSpPr>
        <p:cNvPr id="174" name="Shape 174"/>
        <p:cNvGrpSpPr/>
        <p:nvPr/>
      </p:nvGrpSpPr>
      <p:grpSpPr>
        <a:xfrm>
          <a:off x="0" y="0"/>
          <a:ext cx="0" cy="0"/>
          <a:chOff x="0" y="0"/>
          <a:chExt cx="0" cy="0"/>
        </a:xfrm>
      </p:grpSpPr>
      <p:sp>
        <p:nvSpPr>
          <p:cNvPr id="175" name="Google Shape;17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3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7" name="Google Shape;177;p37"/>
          <p:cNvSpPr txBox="1"/>
          <p:nvPr>
            <p:ph idx="1" type="body"/>
          </p:nvPr>
        </p:nvSpPr>
        <p:spPr>
          <a:xfrm>
            <a:off x="6072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8" name="Google Shape;178;p37"/>
          <p:cNvSpPr txBox="1"/>
          <p:nvPr>
            <p:ph idx="2" type="body"/>
          </p:nvPr>
        </p:nvSpPr>
        <p:spPr>
          <a:xfrm>
            <a:off x="275985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9" name="Google Shape;179;p37"/>
          <p:cNvSpPr txBox="1"/>
          <p:nvPr>
            <p:ph idx="3" type="body"/>
          </p:nvPr>
        </p:nvSpPr>
        <p:spPr>
          <a:xfrm>
            <a:off x="49125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0" name="Google Shape;180;p37"/>
          <p:cNvSpPr txBox="1"/>
          <p:nvPr>
            <p:ph idx="4" type="subTitle"/>
          </p:nvPr>
        </p:nvSpPr>
        <p:spPr>
          <a:xfrm>
            <a:off x="6072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1" name="Google Shape;181;p37"/>
          <p:cNvSpPr txBox="1"/>
          <p:nvPr>
            <p:ph idx="5" type="subTitle"/>
          </p:nvPr>
        </p:nvSpPr>
        <p:spPr>
          <a:xfrm>
            <a:off x="49125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2" name="Google Shape;182;p37"/>
          <p:cNvSpPr txBox="1"/>
          <p:nvPr>
            <p:ph idx="6" type="subTitle"/>
          </p:nvPr>
        </p:nvSpPr>
        <p:spPr>
          <a:xfrm>
            <a:off x="275985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1">
  <p:cSld name="TITLE_AND_TWO_COLUMNS_1_2">
    <p:spTree>
      <p:nvGrpSpPr>
        <p:cNvPr id="183" name="Shape 183"/>
        <p:cNvGrpSpPr/>
        <p:nvPr/>
      </p:nvGrpSpPr>
      <p:grpSpPr>
        <a:xfrm>
          <a:off x="0" y="0"/>
          <a:ext cx="0" cy="0"/>
          <a:chOff x="0" y="0"/>
          <a:chExt cx="0" cy="0"/>
        </a:xfrm>
      </p:grpSpPr>
      <p:sp>
        <p:nvSpPr>
          <p:cNvPr id="184" name="Google Shape;184;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6" name="Google Shape;186;p38"/>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7" name="Google Shape;187;p38"/>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8" name="Google Shape;188;p38"/>
          <p:cNvSpPr txBox="1"/>
          <p:nvPr>
            <p:ph idx="3" type="subTitle"/>
          </p:nvPr>
        </p:nvSpPr>
        <p:spPr>
          <a:xfrm>
            <a:off x="6072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9" name="Google Shape;189;p38"/>
          <p:cNvSpPr txBox="1"/>
          <p:nvPr>
            <p:ph idx="4" type="subTitle"/>
          </p:nvPr>
        </p:nvSpPr>
        <p:spPr>
          <a:xfrm>
            <a:off x="26297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90" name="Google Shape;190;p38"/>
          <p:cNvSpPr txBox="1"/>
          <p:nvPr>
            <p:ph idx="5"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1" name="Google Shape;191;p38"/>
          <p:cNvSpPr txBox="1"/>
          <p:nvPr>
            <p:ph idx="6" type="subTitle"/>
          </p:nvPr>
        </p:nvSpPr>
        <p:spPr>
          <a:xfrm>
            <a:off x="46523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TITLE_AND_TWO_COLUMNS_1_2_1">
    <p:spTree>
      <p:nvGrpSpPr>
        <p:cNvPr id="192" name="Shape 192"/>
        <p:cNvGrpSpPr/>
        <p:nvPr/>
      </p:nvGrpSpPr>
      <p:grpSpPr>
        <a:xfrm>
          <a:off x="0" y="0"/>
          <a:ext cx="0" cy="0"/>
          <a:chOff x="0" y="0"/>
          <a:chExt cx="0" cy="0"/>
        </a:xfrm>
      </p:grpSpPr>
      <p:sp>
        <p:nvSpPr>
          <p:cNvPr id="193" name="Google Shape;19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3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5" name="Google Shape;195;p39"/>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6" name="Google Shape;196;p39"/>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7" name="Google Shape;197;p39"/>
          <p:cNvSpPr txBox="1"/>
          <p:nvPr>
            <p:ph idx="3" type="body"/>
          </p:nvPr>
        </p:nvSpPr>
        <p:spPr>
          <a:xfrm>
            <a:off x="66748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8" name="Google Shape;198;p39"/>
          <p:cNvSpPr txBox="1"/>
          <p:nvPr>
            <p:ph idx="4" type="subTitle"/>
          </p:nvPr>
        </p:nvSpPr>
        <p:spPr>
          <a:xfrm>
            <a:off x="6072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99" name="Google Shape;199;p39"/>
          <p:cNvSpPr txBox="1"/>
          <p:nvPr>
            <p:ph idx="5" type="subTitle"/>
          </p:nvPr>
        </p:nvSpPr>
        <p:spPr>
          <a:xfrm>
            <a:off x="66748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00" name="Google Shape;200;p39"/>
          <p:cNvSpPr txBox="1"/>
          <p:nvPr>
            <p:ph idx="6" type="subTitle"/>
          </p:nvPr>
        </p:nvSpPr>
        <p:spPr>
          <a:xfrm>
            <a:off x="26297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01" name="Google Shape;201;p39"/>
          <p:cNvSpPr txBox="1"/>
          <p:nvPr>
            <p:ph idx="7"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2" name="Google Shape;202;p39"/>
          <p:cNvSpPr txBox="1"/>
          <p:nvPr>
            <p:ph idx="8" type="subTitle"/>
          </p:nvPr>
        </p:nvSpPr>
        <p:spPr>
          <a:xfrm>
            <a:off x="46523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p:cSld name="TITLE_AND_TWO_COLUMNS_1_1">
    <p:spTree>
      <p:nvGrpSpPr>
        <p:cNvPr id="203" name="Shape 203"/>
        <p:cNvGrpSpPr/>
        <p:nvPr/>
      </p:nvGrpSpPr>
      <p:grpSpPr>
        <a:xfrm>
          <a:off x="0" y="0"/>
          <a:ext cx="0" cy="0"/>
          <a:chOff x="0" y="0"/>
          <a:chExt cx="0" cy="0"/>
        </a:xfrm>
      </p:grpSpPr>
      <p:sp>
        <p:nvSpPr>
          <p:cNvPr id="204" name="Google Shape;204;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40"/>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6" name="Google Shape;206;p40"/>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7" name="Google Shape;207;p40"/>
          <p:cNvSpPr txBox="1"/>
          <p:nvPr>
            <p:ph idx="2" type="body"/>
          </p:nvPr>
        </p:nvSpPr>
        <p:spPr>
          <a:xfrm>
            <a:off x="26009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8" name="Google Shape;208;p40"/>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9" name="Google Shape;209;p40"/>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0" name="Google Shape;210;p40"/>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1" name="Google Shape;211;p40"/>
          <p:cNvSpPr txBox="1"/>
          <p:nvPr>
            <p:ph idx="6" type="subTitle"/>
          </p:nvPr>
        </p:nvSpPr>
        <p:spPr>
          <a:xfrm>
            <a:off x="26009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12" name="Google Shape;212;p40"/>
          <p:cNvSpPr txBox="1"/>
          <p:nvPr>
            <p:ph idx="7" type="body"/>
          </p:nvPr>
        </p:nvSpPr>
        <p:spPr>
          <a:xfrm>
            <a:off x="45947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3" name="Google Shape;213;p40"/>
          <p:cNvSpPr txBox="1"/>
          <p:nvPr>
            <p:ph idx="8" type="subTitle"/>
          </p:nvPr>
        </p:nvSpPr>
        <p:spPr>
          <a:xfrm>
            <a:off x="45947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TITLE_AND_TWO_COLUMNS_1_1_1">
    <p:spTree>
      <p:nvGrpSpPr>
        <p:cNvPr id="214" name="Shape 214"/>
        <p:cNvGrpSpPr/>
        <p:nvPr/>
      </p:nvGrpSpPr>
      <p:grpSpPr>
        <a:xfrm>
          <a:off x="0" y="0"/>
          <a:ext cx="0" cy="0"/>
          <a:chOff x="0" y="0"/>
          <a:chExt cx="0" cy="0"/>
        </a:xfrm>
      </p:grpSpPr>
      <p:sp>
        <p:nvSpPr>
          <p:cNvPr id="215" name="Google Shape;215;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41"/>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41"/>
          <p:cNvSpPr txBox="1"/>
          <p:nvPr>
            <p:ph idx="1" type="body"/>
          </p:nvPr>
        </p:nvSpPr>
        <p:spPr>
          <a:xfrm>
            <a:off x="3314406" y="178557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8" name="Google Shape;218;p41"/>
          <p:cNvSpPr txBox="1"/>
          <p:nvPr>
            <p:ph idx="2" type="body"/>
          </p:nvPr>
        </p:nvSpPr>
        <p:spPr>
          <a:xfrm>
            <a:off x="3314406" y="3305922"/>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9" name="Google Shape;219;p41"/>
          <p:cNvSpPr txBox="1"/>
          <p:nvPr>
            <p:ph idx="3" type="body"/>
          </p:nvPr>
        </p:nvSpPr>
        <p:spPr>
          <a:xfrm>
            <a:off x="3314406" y="406609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0" name="Google Shape;220;p41"/>
          <p:cNvSpPr txBox="1"/>
          <p:nvPr>
            <p:ph idx="4" type="subTitle"/>
          </p:nvPr>
        </p:nvSpPr>
        <p:spPr>
          <a:xfrm>
            <a:off x="1301106" y="178557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21" name="Google Shape;221;p41"/>
          <p:cNvSpPr txBox="1"/>
          <p:nvPr>
            <p:ph idx="5" type="subTitle"/>
          </p:nvPr>
        </p:nvSpPr>
        <p:spPr>
          <a:xfrm>
            <a:off x="1301106" y="406609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22" name="Google Shape;222;p41"/>
          <p:cNvSpPr txBox="1"/>
          <p:nvPr>
            <p:ph idx="6" type="subTitle"/>
          </p:nvPr>
        </p:nvSpPr>
        <p:spPr>
          <a:xfrm>
            <a:off x="1301106" y="2545748"/>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23" name="Google Shape;223;p41"/>
          <p:cNvSpPr txBox="1"/>
          <p:nvPr>
            <p:ph idx="7" type="body"/>
          </p:nvPr>
        </p:nvSpPr>
        <p:spPr>
          <a:xfrm>
            <a:off x="3314406" y="2545748"/>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4" name="Google Shape;224;p41"/>
          <p:cNvSpPr txBox="1"/>
          <p:nvPr>
            <p:ph idx="8" type="subTitle"/>
          </p:nvPr>
        </p:nvSpPr>
        <p:spPr>
          <a:xfrm>
            <a:off x="1301106" y="3305922"/>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CUSTOM_9">
    <p:spTree>
      <p:nvGrpSpPr>
        <p:cNvPr id="225" name="Shape 225"/>
        <p:cNvGrpSpPr/>
        <p:nvPr/>
      </p:nvGrpSpPr>
      <p:grpSpPr>
        <a:xfrm>
          <a:off x="0" y="0"/>
          <a:ext cx="0" cy="0"/>
          <a:chOff x="0" y="0"/>
          <a:chExt cx="0" cy="0"/>
        </a:xfrm>
      </p:grpSpPr>
      <p:sp>
        <p:nvSpPr>
          <p:cNvPr id="226" name="Google Shape;226;p42"/>
          <p:cNvSpPr txBox="1"/>
          <p:nvPr>
            <p:ph idx="1" type="body"/>
          </p:nvPr>
        </p:nvSpPr>
        <p:spPr>
          <a:xfrm>
            <a:off x="661300"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7" name="Google Shape;227;p42"/>
          <p:cNvSpPr txBox="1"/>
          <p:nvPr>
            <p:ph idx="2" type="body"/>
          </p:nvPr>
        </p:nvSpPr>
        <p:spPr>
          <a:xfrm>
            <a:off x="2539106"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8" name="Google Shape;228;p42"/>
          <p:cNvSpPr txBox="1"/>
          <p:nvPr>
            <p:ph idx="3" type="body"/>
          </p:nvPr>
        </p:nvSpPr>
        <p:spPr>
          <a:xfrm>
            <a:off x="6294717"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9" name="Google Shape;229;p42"/>
          <p:cNvSpPr txBox="1"/>
          <p:nvPr>
            <p:ph idx="4" type="subTitle"/>
          </p:nvPr>
        </p:nvSpPr>
        <p:spPr>
          <a:xfrm>
            <a:off x="66129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30" name="Google Shape;230;p42"/>
          <p:cNvSpPr txBox="1"/>
          <p:nvPr>
            <p:ph idx="5" type="subTitle"/>
          </p:nvPr>
        </p:nvSpPr>
        <p:spPr>
          <a:xfrm>
            <a:off x="6294720"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31" name="Google Shape;231;p42"/>
          <p:cNvSpPr txBox="1"/>
          <p:nvPr>
            <p:ph idx="6" type="subTitle"/>
          </p:nvPr>
        </p:nvSpPr>
        <p:spPr>
          <a:xfrm>
            <a:off x="253910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32" name="Google Shape;232;p42"/>
          <p:cNvSpPr txBox="1"/>
          <p:nvPr>
            <p:ph idx="7" type="body"/>
          </p:nvPr>
        </p:nvSpPr>
        <p:spPr>
          <a:xfrm>
            <a:off x="4416912"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33" name="Google Shape;233;p42"/>
          <p:cNvSpPr txBox="1"/>
          <p:nvPr>
            <p:ph idx="8" type="subTitle"/>
          </p:nvPr>
        </p:nvSpPr>
        <p:spPr>
          <a:xfrm>
            <a:off x="441691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34" name="Google Shape;234;p4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9_1">
    <p:spTree>
      <p:nvGrpSpPr>
        <p:cNvPr id="235" name="Shape 235"/>
        <p:cNvGrpSpPr/>
        <p:nvPr/>
      </p:nvGrpSpPr>
      <p:grpSpPr>
        <a:xfrm>
          <a:off x="0" y="0"/>
          <a:ext cx="0" cy="0"/>
          <a:chOff x="0" y="0"/>
          <a:chExt cx="0" cy="0"/>
        </a:xfrm>
      </p:grpSpPr>
      <p:sp>
        <p:nvSpPr>
          <p:cNvPr id="236" name="Google Shape;236;p43"/>
          <p:cNvSpPr txBox="1"/>
          <p:nvPr>
            <p:ph idx="1" type="body"/>
          </p:nvPr>
        </p:nvSpPr>
        <p:spPr>
          <a:xfrm>
            <a:off x="661300"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37" name="Google Shape;237;p43"/>
          <p:cNvSpPr txBox="1"/>
          <p:nvPr>
            <p:ph idx="2" type="body"/>
          </p:nvPr>
        </p:nvSpPr>
        <p:spPr>
          <a:xfrm>
            <a:off x="2023989"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38" name="Google Shape;238;p43"/>
          <p:cNvSpPr txBox="1"/>
          <p:nvPr>
            <p:ph idx="3" type="body"/>
          </p:nvPr>
        </p:nvSpPr>
        <p:spPr>
          <a:xfrm>
            <a:off x="4733934"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39" name="Google Shape;239;p43"/>
          <p:cNvSpPr txBox="1"/>
          <p:nvPr>
            <p:ph idx="4" type="subTitle"/>
          </p:nvPr>
        </p:nvSpPr>
        <p:spPr>
          <a:xfrm>
            <a:off x="661311"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0" name="Google Shape;240;p43"/>
          <p:cNvSpPr txBox="1"/>
          <p:nvPr>
            <p:ph idx="5" type="subTitle"/>
          </p:nvPr>
        </p:nvSpPr>
        <p:spPr>
          <a:xfrm>
            <a:off x="473393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1" name="Google Shape;241;p43"/>
          <p:cNvSpPr txBox="1"/>
          <p:nvPr>
            <p:ph idx="6" type="subTitle"/>
          </p:nvPr>
        </p:nvSpPr>
        <p:spPr>
          <a:xfrm>
            <a:off x="202399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2" name="Google Shape;242;p43"/>
          <p:cNvSpPr txBox="1"/>
          <p:nvPr>
            <p:ph idx="7" type="body"/>
          </p:nvPr>
        </p:nvSpPr>
        <p:spPr>
          <a:xfrm>
            <a:off x="3376456"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43" name="Google Shape;243;p43"/>
          <p:cNvSpPr txBox="1"/>
          <p:nvPr>
            <p:ph idx="8" type="subTitle"/>
          </p:nvPr>
        </p:nvSpPr>
        <p:spPr>
          <a:xfrm>
            <a:off x="3376462"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4" name="Google Shape;244;p43"/>
          <p:cNvSpPr txBox="1"/>
          <p:nvPr>
            <p:ph idx="9" type="body"/>
          </p:nvPr>
        </p:nvSpPr>
        <p:spPr>
          <a:xfrm>
            <a:off x="7447848"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45" name="Google Shape;245;p43"/>
          <p:cNvSpPr txBox="1"/>
          <p:nvPr>
            <p:ph idx="13" type="subTitle"/>
          </p:nvPr>
        </p:nvSpPr>
        <p:spPr>
          <a:xfrm>
            <a:off x="7447845"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6" name="Google Shape;246;p43"/>
          <p:cNvSpPr txBox="1"/>
          <p:nvPr>
            <p:ph idx="14" type="body"/>
          </p:nvPr>
        </p:nvSpPr>
        <p:spPr>
          <a:xfrm>
            <a:off x="6103327"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47" name="Google Shape;247;p43"/>
          <p:cNvSpPr txBox="1"/>
          <p:nvPr>
            <p:ph idx="15" type="subTitle"/>
          </p:nvPr>
        </p:nvSpPr>
        <p:spPr>
          <a:xfrm>
            <a:off x="610332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48" name="Google Shape;248;p4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9" name="Shape 249"/>
        <p:cNvGrpSpPr/>
        <p:nvPr/>
      </p:nvGrpSpPr>
      <p:grpSpPr>
        <a:xfrm>
          <a:off x="0" y="0"/>
          <a:ext cx="0" cy="0"/>
          <a:chOff x="0" y="0"/>
          <a:chExt cx="0" cy="0"/>
        </a:xfrm>
      </p:grpSpPr>
      <p:sp>
        <p:nvSpPr>
          <p:cNvPr id="250" name="Google Shape;250;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44"/>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imeline">
  <p:cSld name="TITLE_ONLY_1">
    <p:spTree>
      <p:nvGrpSpPr>
        <p:cNvPr id="252" name="Shape 252"/>
        <p:cNvGrpSpPr/>
        <p:nvPr/>
      </p:nvGrpSpPr>
      <p:grpSpPr>
        <a:xfrm>
          <a:off x="0" y="0"/>
          <a:ext cx="0" cy="0"/>
          <a:chOff x="0" y="0"/>
          <a:chExt cx="0" cy="0"/>
        </a:xfrm>
      </p:grpSpPr>
      <p:sp>
        <p:nvSpPr>
          <p:cNvPr id="253" name="Google Shape;25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45"/>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nel">
  <p:cSld name="TITLE_ONLY_1_1">
    <p:spTree>
      <p:nvGrpSpPr>
        <p:cNvPr id="255" name="Shape 255"/>
        <p:cNvGrpSpPr/>
        <p:nvPr/>
      </p:nvGrpSpPr>
      <p:grpSpPr>
        <a:xfrm>
          <a:off x="0" y="0"/>
          <a:ext cx="0" cy="0"/>
          <a:chOff x="0" y="0"/>
          <a:chExt cx="0" cy="0"/>
        </a:xfrm>
      </p:grpSpPr>
      <p:sp>
        <p:nvSpPr>
          <p:cNvPr id="256" name="Google Shape;256;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5">
    <p:bg>
      <p:bgPr>
        <a:noFill/>
      </p:bgPr>
    </p:bg>
    <p:spTree>
      <p:nvGrpSpPr>
        <p:cNvPr id="257" name="Shape 257"/>
        <p:cNvGrpSpPr/>
        <p:nvPr/>
      </p:nvGrpSpPr>
      <p:grpSpPr>
        <a:xfrm>
          <a:off x="0" y="0"/>
          <a:ext cx="0" cy="0"/>
          <a:chOff x="0" y="0"/>
          <a:chExt cx="0" cy="0"/>
        </a:xfrm>
      </p:grpSpPr>
      <p:sp>
        <p:nvSpPr>
          <p:cNvPr id="258" name="Google Shape;258;p47"/>
          <p:cNvSpPr txBox="1"/>
          <p:nvPr>
            <p:ph type="title"/>
          </p:nvPr>
        </p:nvSpPr>
        <p:spPr>
          <a:xfrm>
            <a:off x="606900" y="538425"/>
            <a:ext cx="7683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6">
    <p:bg>
      <p:bgPr>
        <a:solidFill>
          <a:schemeClr val="dk1"/>
        </a:solidFill>
      </p:bgPr>
    </p:bg>
    <p:spTree>
      <p:nvGrpSpPr>
        <p:cNvPr id="259" name="Shape 259"/>
        <p:cNvGrpSpPr/>
        <p:nvPr/>
      </p:nvGrpSpPr>
      <p:grpSpPr>
        <a:xfrm>
          <a:off x="0" y="0"/>
          <a:ext cx="0" cy="0"/>
          <a:chOff x="0" y="0"/>
          <a:chExt cx="0" cy="0"/>
        </a:xfrm>
      </p:grpSpPr>
      <p:sp>
        <p:nvSpPr>
          <p:cNvPr id="260" name="Google Shape;260;p4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
    <p:bg>
      <p:bgPr>
        <a:solidFill>
          <a:schemeClr val="lt2"/>
        </a:solidFill>
      </p:bgPr>
    </p:bg>
    <p:spTree>
      <p:nvGrpSpPr>
        <p:cNvPr id="261" name="Shape 261"/>
        <p:cNvGrpSpPr/>
        <p:nvPr/>
      </p:nvGrpSpPr>
      <p:grpSpPr>
        <a:xfrm>
          <a:off x="0" y="0"/>
          <a:ext cx="0" cy="0"/>
          <a:chOff x="0" y="0"/>
          <a:chExt cx="0" cy="0"/>
        </a:xfrm>
      </p:grpSpPr>
      <p:sp>
        <p:nvSpPr>
          <p:cNvPr id="262" name="Google Shape;262;p4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2800"/>
              <a:buAutoNum type="alphaLcPeriod"/>
              <a:defRPr/>
            </a:lvl2pPr>
            <a:lvl3pPr lvl="2" rtl="0">
              <a:spcBef>
                <a:spcPts val="0"/>
              </a:spcBef>
              <a:spcAft>
                <a:spcPts val="0"/>
              </a:spcAft>
              <a:buSzPts val="2800"/>
              <a:buAutoNum type="romanLcPeriod"/>
              <a:defRPr/>
            </a:lvl3pPr>
            <a:lvl4pPr lvl="3" rtl="0">
              <a:spcBef>
                <a:spcPts val="0"/>
              </a:spcBef>
              <a:spcAft>
                <a:spcPts val="0"/>
              </a:spcAft>
              <a:buSzPts val="2800"/>
              <a:buAutoNum type="arabicPeriod"/>
              <a:defRPr/>
            </a:lvl4pPr>
            <a:lvl5pPr lvl="4" rtl="0">
              <a:spcBef>
                <a:spcPts val="0"/>
              </a:spcBef>
              <a:spcAft>
                <a:spcPts val="0"/>
              </a:spcAft>
              <a:buSzPts val="2800"/>
              <a:buAutoNum type="alphaLcPeriod"/>
              <a:defRPr/>
            </a:lvl5pPr>
            <a:lvl6pPr lvl="5" rtl="0">
              <a:spcBef>
                <a:spcPts val="0"/>
              </a:spcBef>
              <a:spcAft>
                <a:spcPts val="0"/>
              </a:spcAft>
              <a:buSzPts val="2800"/>
              <a:buAutoNum type="romanLcPeriod"/>
              <a:defRPr/>
            </a:lvl6pPr>
            <a:lvl7pPr lvl="6" rtl="0">
              <a:spcBef>
                <a:spcPts val="0"/>
              </a:spcBef>
              <a:spcAft>
                <a:spcPts val="0"/>
              </a:spcAft>
              <a:buSzPts val="2800"/>
              <a:buAutoNum type="arabicPeriod"/>
              <a:defRPr/>
            </a:lvl7pPr>
            <a:lvl8pPr lvl="7" rtl="0">
              <a:spcBef>
                <a:spcPts val="0"/>
              </a:spcBef>
              <a:spcAft>
                <a:spcPts val="0"/>
              </a:spcAft>
              <a:buSzPts val="2800"/>
              <a:buAutoNum type="alphaLcPeriod"/>
              <a:defRPr/>
            </a:lvl8pPr>
            <a:lvl9pPr lvl="8" rtl="0">
              <a:spcBef>
                <a:spcPts val="0"/>
              </a:spcBef>
              <a:spcAft>
                <a:spcPts val="0"/>
              </a:spcAft>
              <a:buSzPts val="2800"/>
              <a:buAutoNum type="romanLcPerio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63" name="Shape 263"/>
        <p:cNvGrpSpPr/>
        <p:nvPr/>
      </p:nvGrpSpPr>
      <p:grpSpPr>
        <a:xfrm>
          <a:off x="0" y="0"/>
          <a:ext cx="0" cy="0"/>
          <a:chOff x="0" y="0"/>
          <a:chExt cx="0" cy="0"/>
        </a:xfrm>
      </p:grpSpPr>
      <p:sp>
        <p:nvSpPr>
          <p:cNvPr id="264" name="Google Shape;264;p50"/>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5" name="Google Shape;265;p50"/>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66" name="Google Shape;266;p50"/>
          <p:cNvSpPr txBox="1"/>
          <p:nvPr>
            <p:ph idx="2" type="body"/>
          </p:nvPr>
        </p:nvSpPr>
        <p:spPr>
          <a:xfrm>
            <a:off x="607200"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67" name="Google Shape;267;p50"/>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68" name="Google Shape;268;p50"/>
          <p:cNvSpPr txBox="1"/>
          <p:nvPr>
            <p:ph idx="4" type="body"/>
          </p:nvPr>
        </p:nvSpPr>
        <p:spPr>
          <a:xfrm>
            <a:off x="4589628"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69" name="Google Shape;269;p50"/>
          <p:cNvSpPr txBox="1"/>
          <p:nvPr>
            <p:ph idx="5" type="subTitle"/>
          </p:nvPr>
        </p:nvSpPr>
        <p:spPr>
          <a:xfrm>
            <a:off x="638800" y="4305050"/>
            <a:ext cx="3259200" cy="309300"/>
          </a:xfrm>
          <a:prstGeom prst="rect">
            <a:avLst/>
          </a:prstGeom>
          <a:solidFill>
            <a:schemeClr val="accent6"/>
          </a:solidFill>
        </p:spPr>
        <p:txBody>
          <a:bodyPr anchorCtr="0" anchor="ctr" bIns="91425" lIns="91425" spcFirstLastPara="1" rIns="91425" wrap="square" tIns="91425">
            <a:noAutofit/>
          </a:bodyPr>
          <a:lstStyle>
            <a:lvl1pPr lvl="0" rtl="0">
              <a:spcBef>
                <a:spcPts val="0"/>
              </a:spcBef>
              <a:spcAft>
                <a:spcPts val="0"/>
              </a:spcAft>
              <a:buSzPts val="1400"/>
              <a:buNone/>
              <a:defRPr sz="10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270" name="Shape 270"/>
        <p:cNvGrpSpPr/>
        <p:nvPr/>
      </p:nvGrpSpPr>
      <p:grpSpPr>
        <a:xfrm>
          <a:off x="0" y="0"/>
          <a:ext cx="0" cy="0"/>
          <a:chOff x="0" y="0"/>
          <a:chExt cx="0" cy="0"/>
        </a:xfrm>
      </p:grpSpPr>
      <p:sp>
        <p:nvSpPr>
          <p:cNvPr id="271" name="Google Shape;271;p51"/>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272" name="Google Shape;272;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_1">
    <p:bg>
      <p:bgPr>
        <a:solidFill>
          <a:schemeClr val="dk1"/>
        </a:solidFill>
      </p:bgPr>
    </p:bg>
    <p:spTree>
      <p:nvGrpSpPr>
        <p:cNvPr id="273" name="Shape 273"/>
        <p:cNvGrpSpPr/>
        <p:nvPr/>
      </p:nvGrpSpPr>
      <p:grpSpPr>
        <a:xfrm>
          <a:off x="0" y="0"/>
          <a:ext cx="0" cy="0"/>
          <a:chOff x="0" y="0"/>
          <a:chExt cx="0" cy="0"/>
        </a:xfrm>
      </p:grpSpPr>
      <p:sp>
        <p:nvSpPr>
          <p:cNvPr id="274" name="Google Shape;274;p52"/>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275" name="Google Shape;275;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CAPTION_ONLY">
    <p:bg>
      <p:bgPr>
        <a:solidFill>
          <a:schemeClr val="dk1"/>
        </a:solidFill>
      </p:bgPr>
    </p:bg>
    <p:spTree>
      <p:nvGrpSpPr>
        <p:cNvPr id="276" name="Shape 276"/>
        <p:cNvGrpSpPr/>
        <p:nvPr/>
      </p:nvGrpSpPr>
      <p:grpSpPr>
        <a:xfrm>
          <a:off x="0" y="0"/>
          <a:ext cx="0" cy="0"/>
          <a:chOff x="0" y="0"/>
          <a:chExt cx="0" cy="0"/>
        </a:xfrm>
      </p:grpSpPr>
      <p:sp>
        <p:nvSpPr>
          <p:cNvPr id="277" name="Google Shape;277;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53"/>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
    <p:bg>
      <p:bgPr>
        <a:solidFill>
          <a:schemeClr val="dk1"/>
        </a:solidFill>
      </p:bgPr>
    </p:bg>
    <p:spTree>
      <p:nvGrpSpPr>
        <p:cNvPr id="279" name="Shape 279"/>
        <p:cNvGrpSpPr/>
        <p:nvPr/>
      </p:nvGrpSpPr>
      <p:grpSpPr>
        <a:xfrm>
          <a:off x="0" y="0"/>
          <a:ext cx="0" cy="0"/>
          <a:chOff x="0" y="0"/>
          <a:chExt cx="0" cy="0"/>
        </a:xfrm>
      </p:grpSpPr>
      <p:sp>
        <p:nvSpPr>
          <p:cNvPr id="280" name="Google Shape;280;p54"/>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81" name="Google Shape;281;p54"/>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82" name="Google Shape;282;p54"/>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83" name="Google Shape;283;p54"/>
          <p:cNvSpPr/>
          <p:nvPr/>
        </p:nvSpPr>
        <p:spPr>
          <a:xfrm flipH="1">
            <a:off x="4572000" y="155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4_2">
    <p:bg>
      <p:bgPr>
        <a:solidFill>
          <a:schemeClr val="dk1"/>
        </a:solidFill>
      </p:bgPr>
    </p:bg>
    <p:spTree>
      <p:nvGrpSpPr>
        <p:cNvPr id="284" name="Shape 284"/>
        <p:cNvGrpSpPr/>
        <p:nvPr/>
      </p:nvGrpSpPr>
      <p:grpSpPr>
        <a:xfrm>
          <a:off x="0" y="0"/>
          <a:ext cx="0" cy="0"/>
          <a:chOff x="0" y="0"/>
          <a:chExt cx="0" cy="0"/>
        </a:xfrm>
      </p:grpSpPr>
      <p:sp>
        <p:nvSpPr>
          <p:cNvPr id="285" name="Google Shape;285;p55"/>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86" name="Google Shape;286;p55"/>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87" name="Google Shape;287;p55"/>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88" name="Google Shape;288;p55"/>
          <p:cNvSpPr/>
          <p:nvPr/>
        </p:nvSpPr>
        <p:spPr>
          <a:xfrm rot="10800000">
            <a:off x="457200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4_2_3">
    <p:bg>
      <p:bgPr>
        <a:solidFill>
          <a:schemeClr val="dk1"/>
        </a:solidFill>
      </p:bgPr>
    </p:bg>
    <p:spTree>
      <p:nvGrpSpPr>
        <p:cNvPr id="289" name="Shape 289"/>
        <p:cNvGrpSpPr/>
        <p:nvPr/>
      </p:nvGrpSpPr>
      <p:grpSpPr>
        <a:xfrm>
          <a:off x="0" y="0"/>
          <a:ext cx="0" cy="0"/>
          <a:chOff x="0" y="0"/>
          <a:chExt cx="0" cy="0"/>
        </a:xfrm>
      </p:grpSpPr>
      <p:sp>
        <p:nvSpPr>
          <p:cNvPr id="290" name="Google Shape;290;p56"/>
          <p:cNvSpPr txBox="1"/>
          <p:nvPr>
            <p:ph type="title"/>
          </p:nvPr>
        </p:nvSpPr>
        <p:spPr>
          <a:xfrm>
            <a:off x="5664225" y="3498125"/>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0" sz="8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91" name="Google Shape;291;p56"/>
          <p:cNvSpPr txBox="1"/>
          <p:nvPr>
            <p:ph idx="1" type="subTitle"/>
          </p:nvPr>
        </p:nvSpPr>
        <p:spPr>
          <a:xfrm>
            <a:off x="917425" y="2297475"/>
            <a:ext cx="3582900" cy="1349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1800">
                <a:solidFill>
                  <a:schemeClr val="l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292" name="Google Shape;292;p56"/>
          <p:cNvSpPr txBox="1"/>
          <p:nvPr>
            <p:ph idx="2" type="title"/>
          </p:nvPr>
        </p:nvSpPr>
        <p:spPr>
          <a:xfrm>
            <a:off x="5664225" y="3303400"/>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93" name="Google Shape;293;p56"/>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1">
  <p:cSld name="CUSTOM_4_2_2">
    <p:bg>
      <p:bgPr>
        <a:solidFill>
          <a:schemeClr val="dk1"/>
        </a:solidFill>
      </p:bgPr>
    </p:bg>
    <p:spTree>
      <p:nvGrpSpPr>
        <p:cNvPr id="294" name="Shape 294"/>
        <p:cNvGrpSpPr/>
        <p:nvPr/>
      </p:nvGrpSpPr>
      <p:grpSpPr>
        <a:xfrm>
          <a:off x="0" y="0"/>
          <a:ext cx="0" cy="0"/>
          <a:chOff x="0" y="0"/>
          <a:chExt cx="0" cy="0"/>
        </a:xfrm>
      </p:grpSpPr>
      <p:sp>
        <p:nvSpPr>
          <p:cNvPr id="295" name="Google Shape;295;p57"/>
          <p:cNvSpPr txBox="1"/>
          <p:nvPr>
            <p:ph type="title"/>
          </p:nvPr>
        </p:nvSpPr>
        <p:spPr>
          <a:xfrm>
            <a:off x="607200" y="1026550"/>
            <a:ext cx="3936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96" name="Google Shape;296;p57"/>
          <p:cNvSpPr txBox="1"/>
          <p:nvPr>
            <p:ph idx="1" type="body"/>
          </p:nvPr>
        </p:nvSpPr>
        <p:spPr>
          <a:xfrm>
            <a:off x="607200" y="1781025"/>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297" name="Google Shape;297;p57"/>
          <p:cNvSpPr txBox="1"/>
          <p:nvPr>
            <p:ph idx="2" type="body"/>
          </p:nvPr>
        </p:nvSpPr>
        <p:spPr>
          <a:xfrm>
            <a:off x="607200" y="2640250"/>
            <a:ext cx="3936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298" name="Google Shape;298;p57"/>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2">
  <p:cSld name="CUSTOM_4_2_2_1">
    <p:bg>
      <p:bgPr>
        <a:solidFill>
          <a:schemeClr val="dk1"/>
        </a:solidFill>
      </p:bgPr>
    </p:bg>
    <p:spTree>
      <p:nvGrpSpPr>
        <p:cNvPr id="299" name="Shape 299"/>
        <p:cNvGrpSpPr/>
        <p:nvPr/>
      </p:nvGrpSpPr>
      <p:grpSpPr>
        <a:xfrm>
          <a:off x="0" y="0"/>
          <a:ext cx="0" cy="0"/>
          <a:chOff x="0" y="0"/>
          <a:chExt cx="0" cy="0"/>
        </a:xfrm>
      </p:grpSpPr>
      <p:sp>
        <p:nvSpPr>
          <p:cNvPr id="300" name="Google Shape;300;p58"/>
          <p:cNvSpPr txBox="1"/>
          <p:nvPr>
            <p:ph type="title"/>
          </p:nvPr>
        </p:nvSpPr>
        <p:spPr>
          <a:xfrm>
            <a:off x="607200" y="1026550"/>
            <a:ext cx="3279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01" name="Google Shape;301;p58"/>
          <p:cNvSpPr txBox="1"/>
          <p:nvPr>
            <p:ph idx="1" type="body"/>
          </p:nvPr>
        </p:nvSpPr>
        <p:spPr>
          <a:xfrm>
            <a:off x="607200" y="1781025"/>
            <a:ext cx="3279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302" name="Google Shape;302;p58"/>
          <p:cNvSpPr txBox="1"/>
          <p:nvPr>
            <p:ph idx="2" type="body"/>
          </p:nvPr>
        </p:nvSpPr>
        <p:spPr>
          <a:xfrm>
            <a:off x="607200" y="2640250"/>
            <a:ext cx="3279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303" name="Google Shape;303;p58"/>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3">
  <p:cSld name="CUSTOM_4_2_2_1_2">
    <p:bg>
      <p:bgPr>
        <a:solidFill>
          <a:schemeClr val="dk1"/>
        </a:solidFill>
      </p:bgPr>
    </p:bg>
    <p:spTree>
      <p:nvGrpSpPr>
        <p:cNvPr id="304" name="Shape 304"/>
        <p:cNvGrpSpPr/>
        <p:nvPr/>
      </p:nvGrpSpPr>
      <p:grpSpPr>
        <a:xfrm>
          <a:off x="0" y="0"/>
          <a:ext cx="0" cy="0"/>
          <a:chOff x="0" y="0"/>
          <a:chExt cx="0" cy="0"/>
        </a:xfrm>
      </p:grpSpPr>
      <p:sp>
        <p:nvSpPr>
          <p:cNvPr id="305" name="Google Shape;305;p59"/>
          <p:cNvSpPr txBox="1"/>
          <p:nvPr>
            <p:ph type="title"/>
          </p:nvPr>
        </p:nvSpPr>
        <p:spPr>
          <a:xfrm flipH="1">
            <a:off x="5273700" y="1026550"/>
            <a:ext cx="32607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06" name="Google Shape;306;p59"/>
          <p:cNvSpPr txBox="1"/>
          <p:nvPr>
            <p:ph idx="1" type="body"/>
          </p:nvPr>
        </p:nvSpPr>
        <p:spPr>
          <a:xfrm flipH="1">
            <a:off x="5273700" y="1781025"/>
            <a:ext cx="326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307" name="Google Shape;307;p59"/>
          <p:cNvSpPr txBox="1"/>
          <p:nvPr>
            <p:ph idx="2" type="body"/>
          </p:nvPr>
        </p:nvSpPr>
        <p:spPr>
          <a:xfrm flipH="1">
            <a:off x="5273700" y="2640250"/>
            <a:ext cx="32607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308" name="Google Shape;308;p59"/>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4">
  <p:cSld name="CUSTOM_4_2_2_1_1">
    <p:bg>
      <p:bgPr>
        <a:solidFill>
          <a:schemeClr val="lt1"/>
        </a:solidFill>
      </p:bgPr>
    </p:bg>
    <p:spTree>
      <p:nvGrpSpPr>
        <p:cNvPr id="309" name="Shape 309"/>
        <p:cNvGrpSpPr/>
        <p:nvPr/>
      </p:nvGrpSpPr>
      <p:grpSpPr>
        <a:xfrm>
          <a:off x="0" y="0"/>
          <a:ext cx="0" cy="0"/>
          <a:chOff x="0" y="0"/>
          <a:chExt cx="0" cy="0"/>
        </a:xfrm>
      </p:grpSpPr>
      <p:sp>
        <p:nvSpPr>
          <p:cNvPr id="310" name="Google Shape;310;p60"/>
          <p:cNvSpPr txBox="1"/>
          <p:nvPr>
            <p:ph type="title"/>
          </p:nvPr>
        </p:nvSpPr>
        <p:spPr>
          <a:xfrm>
            <a:off x="607200" y="1026550"/>
            <a:ext cx="32766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311" name="Google Shape;311;p60"/>
          <p:cNvSpPr txBox="1"/>
          <p:nvPr>
            <p:ph idx="1" type="body"/>
          </p:nvPr>
        </p:nvSpPr>
        <p:spPr>
          <a:xfrm>
            <a:off x="607200" y="1781025"/>
            <a:ext cx="32766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12" name="Google Shape;312;p60"/>
          <p:cNvSpPr txBox="1"/>
          <p:nvPr>
            <p:ph idx="2" type="body"/>
          </p:nvPr>
        </p:nvSpPr>
        <p:spPr>
          <a:xfrm>
            <a:off x="607200" y="2640250"/>
            <a:ext cx="32766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13" name="Google Shape;313;p60"/>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5">
  <p:cSld name="CUSTOM_4_2_2_1_1_1">
    <p:bg>
      <p:bgPr>
        <a:solidFill>
          <a:schemeClr val="lt1"/>
        </a:solidFill>
      </p:bgPr>
    </p:bg>
    <p:spTree>
      <p:nvGrpSpPr>
        <p:cNvPr id="314" name="Shape 314"/>
        <p:cNvGrpSpPr/>
        <p:nvPr/>
      </p:nvGrpSpPr>
      <p:grpSpPr>
        <a:xfrm>
          <a:off x="0" y="0"/>
          <a:ext cx="0" cy="0"/>
          <a:chOff x="0" y="0"/>
          <a:chExt cx="0" cy="0"/>
        </a:xfrm>
      </p:grpSpPr>
      <p:sp>
        <p:nvSpPr>
          <p:cNvPr id="315" name="Google Shape;315;p61"/>
          <p:cNvSpPr txBox="1"/>
          <p:nvPr>
            <p:ph type="title"/>
          </p:nvPr>
        </p:nvSpPr>
        <p:spPr>
          <a:xfrm flipH="1">
            <a:off x="5254500" y="1026550"/>
            <a:ext cx="32799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316" name="Google Shape;316;p61"/>
          <p:cNvSpPr txBox="1"/>
          <p:nvPr>
            <p:ph idx="1" type="body"/>
          </p:nvPr>
        </p:nvSpPr>
        <p:spPr>
          <a:xfrm flipH="1">
            <a:off x="5254500" y="1781025"/>
            <a:ext cx="32799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17" name="Google Shape;317;p61"/>
          <p:cNvSpPr txBox="1"/>
          <p:nvPr>
            <p:ph idx="2" type="body"/>
          </p:nvPr>
        </p:nvSpPr>
        <p:spPr>
          <a:xfrm flipH="1">
            <a:off x="5254500" y="2640250"/>
            <a:ext cx="32799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18" name="Google Shape;318;p61"/>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6">
  <p:cSld name="CUSTOM_4_2_1">
    <p:bg>
      <p:bgPr>
        <a:solidFill>
          <a:schemeClr val="lt1"/>
        </a:solidFill>
      </p:bgPr>
    </p:bg>
    <p:spTree>
      <p:nvGrpSpPr>
        <p:cNvPr id="319" name="Shape 319"/>
        <p:cNvGrpSpPr/>
        <p:nvPr/>
      </p:nvGrpSpPr>
      <p:grpSpPr>
        <a:xfrm>
          <a:off x="0" y="0"/>
          <a:ext cx="0" cy="0"/>
          <a:chOff x="0" y="0"/>
          <a:chExt cx="0" cy="0"/>
        </a:xfrm>
      </p:grpSpPr>
      <p:sp>
        <p:nvSpPr>
          <p:cNvPr id="320" name="Google Shape;320;p62"/>
          <p:cNvSpPr txBox="1"/>
          <p:nvPr>
            <p:ph type="title"/>
          </p:nvPr>
        </p:nvSpPr>
        <p:spPr>
          <a:xfrm>
            <a:off x="5273704"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b="0" sz="10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321" name="Google Shape;321;p62"/>
          <p:cNvSpPr txBox="1"/>
          <p:nvPr>
            <p:ph idx="1" type="subTitle"/>
          </p:nvPr>
        </p:nvSpPr>
        <p:spPr>
          <a:xfrm>
            <a:off x="5273708"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400"/>
              <a:buNone/>
              <a:defRPr b="1">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322" name="Google Shape;322;p62"/>
          <p:cNvSpPr txBox="1"/>
          <p:nvPr>
            <p:ph idx="2" type="title"/>
          </p:nvPr>
        </p:nvSpPr>
        <p:spPr>
          <a:xfrm>
            <a:off x="5273704"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sz="11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323" name="Google Shape;323;p62"/>
          <p:cNvSpPr/>
          <p:nvPr/>
        </p:nvSpPr>
        <p:spPr>
          <a:xfrm>
            <a:off x="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CUSTOM_4_1">
    <p:bg>
      <p:bgPr>
        <a:solidFill>
          <a:schemeClr val="dk1"/>
        </a:solidFill>
      </p:bgPr>
    </p:bg>
    <p:spTree>
      <p:nvGrpSpPr>
        <p:cNvPr id="324" name="Shape 324"/>
        <p:cNvGrpSpPr/>
        <p:nvPr/>
      </p:nvGrpSpPr>
      <p:grpSpPr>
        <a:xfrm>
          <a:off x="0" y="0"/>
          <a:ext cx="0" cy="0"/>
          <a:chOff x="0" y="0"/>
          <a:chExt cx="0" cy="0"/>
        </a:xfrm>
      </p:grpSpPr>
      <p:sp>
        <p:nvSpPr>
          <p:cNvPr id="325" name="Google Shape;325;p63"/>
          <p:cNvSpPr txBox="1"/>
          <p:nvPr>
            <p:ph type="title"/>
          </p:nvPr>
        </p:nvSpPr>
        <p:spPr>
          <a:xfrm>
            <a:off x="917436" y="3711750"/>
            <a:ext cx="3609300" cy="415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sz="16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326" name="Google Shape;326;p63"/>
          <p:cNvSpPr txBox="1"/>
          <p:nvPr>
            <p:ph idx="1" type="subTitle"/>
          </p:nvPr>
        </p:nvSpPr>
        <p:spPr>
          <a:xfrm>
            <a:off x="917436" y="2384875"/>
            <a:ext cx="52635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2300">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7" name="Shape 327"/>
        <p:cNvGrpSpPr/>
        <p:nvPr/>
      </p:nvGrpSpPr>
      <p:grpSpPr>
        <a:xfrm>
          <a:off x="0" y="0"/>
          <a:ext cx="0" cy="0"/>
          <a:chOff x="0" y="0"/>
          <a:chExt cx="0" cy="0"/>
        </a:xfrm>
      </p:grpSpPr>
      <p:sp>
        <p:nvSpPr>
          <p:cNvPr id="328" name="Google Shape;328;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333" name="Shape 333"/>
        <p:cNvGrpSpPr/>
        <p:nvPr/>
      </p:nvGrpSpPr>
      <p:grpSpPr>
        <a:xfrm>
          <a:off x="0" y="0"/>
          <a:ext cx="0" cy="0"/>
          <a:chOff x="0" y="0"/>
          <a:chExt cx="0" cy="0"/>
        </a:xfrm>
      </p:grpSpPr>
      <p:sp>
        <p:nvSpPr>
          <p:cNvPr id="334" name="Google Shape;334;p66"/>
          <p:cNvSpPr txBox="1"/>
          <p:nvPr>
            <p:ph type="ctrTitle"/>
          </p:nvPr>
        </p:nvSpPr>
        <p:spPr>
          <a:xfrm>
            <a:off x="460950" y="2254150"/>
            <a:ext cx="8222100" cy="6222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35" name="Google Shape;335;p66"/>
          <p:cNvSpPr txBox="1"/>
          <p:nvPr>
            <p:ph idx="1" type="subTitle"/>
          </p:nvPr>
        </p:nvSpPr>
        <p:spPr>
          <a:xfrm>
            <a:off x="460950" y="1737100"/>
            <a:ext cx="8222100" cy="51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6" name="Google Shape;336;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2">
  <p:cSld name="TITLE_2">
    <p:bg>
      <p:bgPr>
        <a:solidFill>
          <a:schemeClr val="dk1"/>
        </a:solidFill>
      </p:bgPr>
    </p:bg>
    <p:spTree>
      <p:nvGrpSpPr>
        <p:cNvPr id="337" name="Shape 337"/>
        <p:cNvGrpSpPr/>
        <p:nvPr/>
      </p:nvGrpSpPr>
      <p:grpSpPr>
        <a:xfrm>
          <a:off x="0" y="0"/>
          <a:ext cx="0" cy="0"/>
          <a:chOff x="0" y="0"/>
          <a:chExt cx="0" cy="0"/>
        </a:xfrm>
      </p:grpSpPr>
      <p:sp>
        <p:nvSpPr>
          <p:cNvPr id="338" name="Google Shape;338;p67"/>
          <p:cNvSpPr txBox="1"/>
          <p:nvPr>
            <p:ph type="ctrTitle"/>
          </p:nvPr>
        </p:nvSpPr>
        <p:spPr>
          <a:xfrm>
            <a:off x="1721411" y="1305136"/>
            <a:ext cx="5739900" cy="20526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39" name="Google Shape;339;p67"/>
          <p:cNvSpPr txBox="1"/>
          <p:nvPr>
            <p:ph idx="1" type="subTitle"/>
          </p:nvPr>
        </p:nvSpPr>
        <p:spPr>
          <a:xfrm>
            <a:off x="297030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0" name="Google Shape;340;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TITLE_1">
    <p:bg>
      <p:bgPr>
        <a:solidFill>
          <a:schemeClr val="lt1"/>
        </a:solidFill>
      </p:bgPr>
    </p:bg>
    <p:spTree>
      <p:nvGrpSpPr>
        <p:cNvPr id="341" name="Shape 341"/>
        <p:cNvGrpSpPr/>
        <p:nvPr/>
      </p:nvGrpSpPr>
      <p:grpSpPr>
        <a:xfrm>
          <a:off x="0" y="0"/>
          <a:ext cx="0" cy="0"/>
          <a:chOff x="0" y="0"/>
          <a:chExt cx="0" cy="0"/>
        </a:xfrm>
      </p:grpSpPr>
      <p:sp>
        <p:nvSpPr>
          <p:cNvPr id="342" name="Google Shape;342;p68"/>
          <p:cNvSpPr txBox="1"/>
          <p:nvPr>
            <p:ph type="ctrTitle"/>
          </p:nvPr>
        </p:nvSpPr>
        <p:spPr>
          <a:xfrm>
            <a:off x="1702050" y="1965626"/>
            <a:ext cx="5739900" cy="12087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43" name="Google Shape;343;p68"/>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800"/>
              <a:buNone/>
              <a:defRPr>
                <a:solidFill>
                  <a:schemeClr val="dk1"/>
                </a:solidFill>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344" name="Google Shape;344;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45" name="Google Shape;345;p68"/>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TITLE_1_1">
    <p:bg>
      <p:bgPr>
        <a:solidFill>
          <a:schemeClr val="dk1"/>
        </a:solidFill>
      </p:bgPr>
    </p:bg>
    <p:spTree>
      <p:nvGrpSpPr>
        <p:cNvPr id="346" name="Shape 346"/>
        <p:cNvGrpSpPr/>
        <p:nvPr/>
      </p:nvGrpSpPr>
      <p:grpSpPr>
        <a:xfrm>
          <a:off x="0" y="0"/>
          <a:ext cx="0" cy="0"/>
          <a:chOff x="0" y="0"/>
          <a:chExt cx="0" cy="0"/>
        </a:xfrm>
      </p:grpSpPr>
      <p:sp>
        <p:nvSpPr>
          <p:cNvPr id="347" name="Google Shape;347;p69"/>
          <p:cNvSpPr txBox="1"/>
          <p:nvPr>
            <p:ph type="ctrTitle"/>
          </p:nvPr>
        </p:nvSpPr>
        <p:spPr>
          <a:xfrm>
            <a:off x="1702050" y="1977268"/>
            <a:ext cx="5739900" cy="12069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48" name="Google Shape;348;p69"/>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9" name="Google Shape;349;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69"/>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1" name="Shape 351"/>
        <p:cNvGrpSpPr/>
        <p:nvPr/>
      </p:nvGrpSpPr>
      <p:grpSpPr>
        <a:xfrm>
          <a:off x="0" y="0"/>
          <a:ext cx="0" cy="0"/>
          <a:chOff x="0" y="0"/>
          <a:chExt cx="0" cy="0"/>
        </a:xfrm>
      </p:grpSpPr>
      <p:sp>
        <p:nvSpPr>
          <p:cNvPr id="352" name="Google Shape;352;p7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53" name="Google Shape;35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p:cSld name="CUSTOM">
    <p:spTree>
      <p:nvGrpSpPr>
        <p:cNvPr id="354" name="Shape 354"/>
        <p:cNvGrpSpPr/>
        <p:nvPr/>
      </p:nvGrpSpPr>
      <p:grpSpPr>
        <a:xfrm>
          <a:off x="0" y="0"/>
          <a:ext cx="0" cy="0"/>
          <a:chOff x="0" y="0"/>
          <a:chExt cx="0" cy="0"/>
        </a:xfrm>
      </p:grpSpPr>
      <p:sp>
        <p:nvSpPr>
          <p:cNvPr id="355" name="Google Shape;355;p7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6" name="Google Shape;356;p71"/>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2">
  <p:cSld name="CUSTOM_8">
    <p:spTree>
      <p:nvGrpSpPr>
        <p:cNvPr id="357" name="Shape 357"/>
        <p:cNvGrpSpPr/>
        <p:nvPr/>
      </p:nvGrpSpPr>
      <p:grpSpPr>
        <a:xfrm>
          <a:off x="0" y="0"/>
          <a:ext cx="0" cy="0"/>
          <a:chOff x="0" y="0"/>
          <a:chExt cx="0" cy="0"/>
        </a:xfrm>
      </p:grpSpPr>
      <p:sp>
        <p:nvSpPr>
          <p:cNvPr id="358" name="Google Shape;358;p72"/>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9" name="Google Shape;359;p72"/>
          <p:cNvSpPr txBox="1"/>
          <p:nvPr>
            <p:ph idx="1" type="body"/>
          </p:nvPr>
        </p:nvSpPr>
        <p:spPr>
          <a:xfrm>
            <a:off x="3266600" y="2197604"/>
            <a:ext cx="3936000" cy="9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 picture">
  <p:cSld name="CUSTOM_2">
    <p:spTree>
      <p:nvGrpSpPr>
        <p:cNvPr id="360" name="Shape 360"/>
        <p:cNvGrpSpPr/>
        <p:nvPr/>
      </p:nvGrpSpPr>
      <p:grpSpPr>
        <a:xfrm>
          <a:off x="0" y="0"/>
          <a:ext cx="0" cy="0"/>
          <a:chOff x="0" y="0"/>
          <a:chExt cx="0" cy="0"/>
        </a:xfrm>
      </p:grpSpPr>
      <p:sp>
        <p:nvSpPr>
          <p:cNvPr id="361" name="Google Shape;361;p7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2" name="Google Shape;362;p73"/>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one column">
  <p:cSld name="CUSTOM_1">
    <p:spTree>
      <p:nvGrpSpPr>
        <p:cNvPr id="363" name="Shape 363"/>
        <p:cNvGrpSpPr/>
        <p:nvPr/>
      </p:nvGrpSpPr>
      <p:grpSpPr>
        <a:xfrm>
          <a:off x="0" y="0"/>
          <a:ext cx="0" cy="0"/>
          <a:chOff x="0" y="0"/>
          <a:chExt cx="0" cy="0"/>
        </a:xfrm>
      </p:grpSpPr>
      <p:sp>
        <p:nvSpPr>
          <p:cNvPr id="364" name="Google Shape;364;p7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74"/>
          <p:cNvSpPr txBox="1"/>
          <p:nvPr>
            <p:ph idx="1" type="body"/>
          </p:nvPr>
        </p:nvSpPr>
        <p:spPr>
          <a:xfrm>
            <a:off x="607200" y="1764944"/>
            <a:ext cx="3936000" cy="77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66" name="Google Shape;366;p74"/>
          <p:cNvSpPr txBox="1"/>
          <p:nvPr>
            <p:ph idx="2" type="body"/>
          </p:nvPr>
        </p:nvSpPr>
        <p:spPr>
          <a:xfrm>
            <a:off x="607200" y="2646644"/>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list">
  <p:cSld name="CUSTOM_1_2">
    <p:spTree>
      <p:nvGrpSpPr>
        <p:cNvPr id="367" name="Shape 367"/>
        <p:cNvGrpSpPr/>
        <p:nvPr/>
      </p:nvGrpSpPr>
      <p:grpSpPr>
        <a:xfrm>
          <a:off x="0" y="0"/>
          <a:ext cx="0" cy="0"/>
          <a:chOff x="0" y="0"/>
          <a:chExt cx="0" cy="0"/>
        </a:xfrm>
      </p:grpSpPr>
      <p:sp>
        <p:nvSpPr>
          <p:cNvPr id="368" name="Google Shape;368;p7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9" name="Google Shape;369;p75"/>
          <p:cNvSpPr txBox="1"/>
          <p:nvPr>
            <p:ph idx="1" type="body"/>
          </p:nvPr>
        </p:nvSpPr>
        <p:spPr>
          <a:xfrm>
            <a:off x="607200" y="1789698"/>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70" name="Google Shape;370;p75"/>
          <p:cNvSpPr txBox="1"/>
          <p:nvPr>
            <p:ph idx="2" type="body"/>
          </p:nvPr>
        </p:nvSpPr>
        <p:spPr>
          <a:xfrm>
            <a:off x="607200" y="2983598"/>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bullet point">
  <p:cSld name="CUSTOM_1_2_1">
    <p:spTree>
      <p:nvGrpSpPr>
        <p:cNvPr id="371" name="Shape 371"/>
        <p:cNvGrpSpPr/>
        <p:nvPr/>
      </p:nvGrpSpPr>
      <p:grpSpPr>
        <a:xfrm>
          <a:off x="0" y="0"/>
          <a:ext cx="0" cy="0"/>
          <a:chOff x="0" y="0"/>
          <a:chExt cx="0" cy="0"/>
        </a:xfrm>
      </p:grpSpPr>
      <p:sp>
        <p:nvSpPr>
          <p:cNvPr id="372" name="Google Shape;372;p7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3" name="Google Shape;373;p76"/>
          <p:cNvSpPr txBox="1"/>
          <p:nvPr>
            <p:ph idx="1" type="body"/>
          </p:nvPr>
        </p:nvSpPr>
        <p:spPr>
          <a:xfrm>
            <a:off x="607200" y="1788194"/>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74" name="Google Shape;374;p76"/>
          <p:cNvSpPr txBox="1"/>
          <p:nvPr>
            <p:ph idx="2" type="body"/>
          </p:nvPr>
        </p:nvSpPr>
        <p:spPr>
          <a:xfrm>
            <a:off x="607200" y="2982094"/>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list">
  <p:cSld name="CUSTOM_1_1">
    <p:spTree>
      <p:nvGrpSpPr>
        <p:cNvPr id="375" name="Shape 375"/>
        <p:cNvGrpSpPr/>
        <p:nvPr/>
      </p:nvGrpSpPr>
      <p:grpSpPr>
        <a:xfrm>
          <a:off x="0" y="0"/>
          <a:ext cx="0" cy="0"/>
          <a:chOff x="0" y="0"/>
          <a:chExt cx="0" cy="0"/>
        </a:xfrm>
      </p:grpSpPr>
      <p:sp>
        <p:nvSpPr>
          <p:cNvPr id="376" name="Google Shape;376;p77"/>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7" name="Google Shape;377;p77"/>
          <p:cNvSpPr txBox="1"/>
          <p:nvPr>
            <p:ph idx="1" type="body"/>
          </p:nvPr>
        </p:nvSpPr>
        <p:spPr>
          <a:xfrm>
            <a:off x="607200" y="1765610"/>
            <a:ext cx="3936000" cy="2673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1">
  <p:cSld name="CUSTOM_1_1_1">
    <p:spTree>
      <p:nvGrpSpPr>
        <p:cNvPr id="378" name="Shape 378"/>
        <p:cNvGrpSpPr/>
        <p:nvPr/>
      </p:nvGrpSpPr>
      <p:grpSpPr>
        <a:xfrm>
          <a:off x="0" y="0"/>
          <a:ext cx="0" cy="0"/>
          <a:chOff x="0" y="0"/>
          <a:chExt cx="0" cy="0"/>
        </a:xfrm>
      </p:grpSpPr>
      <p:sp>
        <p:nvSpPr>
          <p:cNvPr id="379" name="Google Shape;379;p78"/>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0" name="Google Shape;380;p78"/>
          <p:cNvSpPr txBox="1"/>
          <p:nvPr>
            <p:ph idx="1" type="body"/>
          </p:nvPr>
        </p:nvSpPr>
        <p:spPr>
          <a:xfrm>
            <a:off x="607200" y="1765607"/>
            <a:ext cx="3936000" cy="266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p:cSld name="CUSTOM_1_1_1_1">
    <p:spTree>
      <p:nvGrpSpPr>
        <p:cNvPr id="381" name="Shape 381"/>
        <p:cNvGrpSpPr/>
        <p:nvPr/>
      </p:nvGrpSpPr>
      <p:grpSpPr>
        <a:xfrm>
          <a:off x="0" y="0"/>
          <a:ext cx="0" cy="0"/>
          <a:chOff x="0" y="0"/>
          <a:chExt cx="0" cy="0"/>
        </a:xfrm>
      </p:grpSpPr>
      <p:sp>
        <p:nvSpPr>
          <p:cNvPr id="382" name="Google Shape;382;p79"/>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79"/>
          <p:cNvSpPr txBox="1"/>
          <p:nvPr>
            <p:ph idx="1" type="body"/>
          </p:nvPr>
        </p:nvSpPr>
        <p:spPr>
          <a:xfrm>
            <a:off x="607200" y="1565350"/>
            <a:ext cx="4607400" cy="3042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384" name="Shape 384"/>
        <p:cNvGrpSpPr/>
        <p:nvPr/>
      </p:nvGrpSpPr>
      <p:grpSpPr>
        <a:xfrm>
          <a:off x="0" y="0"/>
          <a:ext cx="0" cy="0"/>
          <a:chOff x="0" y="0"/>
          <a:chExt cx="0" cy="0"/>
        </a:xfrm>
      </p:grpSpPr>
      <p:sp>
        <p:nvSpPr>
          <p:cNvPr id="385" name="Google Shape;385;p80"/>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6" name="Google Shape;386;p80"/>
          <p:cNvSpPr txBox="1"/>
          <p:nvPr>
            <p:ph idx="1" type="body"/>
          </p:nvPr>
        </p:nvSpPr>
        <p:spPr>
          <a:xfrm>
            <a:off x="607200" y="1765237"/>
            <a:ext cx="3290700" cy="1208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87" name="Google Shape;387;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 picture">
  <p:cSld name="TITLE_AND_BODY_1">
    <p:spTree>
      <p:nvGrpSpPr>
        <p:cNvPr id="388" name="Shape 388"/>
        <p:cNvGrpSpPr/>
        <p:nvPr/>
      </p:nvGrpSpPr>
      <p:grpSpPr>
        <a:xfrm>
          <a:off x="0" y="0"/>
          <a:ext cx="0" cy="0"/>
          <a:chOff x="0" y="0"/>
          <a:chExt cx="0" cy="0"/>
        </a:xfrm>
      </p:grpSpPr>
      <p:sp>
        <p:nvSpPr>
          <p:cNvPr id="389" name="Google Shape;389;p81"/>
          <p:cNvSpPr txBox="1"/>
          <p:nvPr>
            <p:ph type="title"/>
          </p:nvPr>
        </p:nvSpPr>
        <p:spPr>
          <a:xfrm>
            <a:off x="607200" y="1026550"/>
            <a:ext cx="3936000" cy="5394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0" name="Google Shape;390;p81"/>
          <p:cNvSpPr txBox="1"/>
          <p:nvPr>
            <p:ph idx="1" type="body"/>
          </p:nvPr>
        </p:nvSpPr>
        <p:spPr>
          <a:xfrm>
            <a:off x="607200" y="1765200"/>
            <a:ext cx="3936000" cy="2838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
        <p:nvSpPr>
          <p:cNvPr id="391" name="Google Shape;391;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ext and list">
  <p:cSld name="TITLE_AND_BODY_1_1">
    <p:spTree>
      <p:nvGrpSpPr>
        <p:cNvPr id="392" name="Shape 392"/>
        <p:cNvGrpSpPr/>
        <p:nvPr/>
      </p:nvGrpSpPr>
      <p:grpSpPr>
        <a:xfrm>
          <a:off x="0" y="0"/>
          <a:ext cx="0" cy="0"/>
          <a:chOff x="0" y="0"/>
          <a:chExt cx="0" cy="0"/>
        </a:xfrm>
      </p:grpSpPr>
      <p:sp>
        <p:nvSpPr>
          <p:cNvPr id="393" name="Google Shape;393;p8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4" name="Google Shape;394;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95" name="Google Shape;395;p82"/>
          <p:cNvSpPr txBox="1"/>
          <p:nvPr>
            <p:ph idx="1" type="body"/>
          </p:nvPr>
        </p:nvSpPr>
        <p:spPr>
          <a:xfrm>
            <a:off x="607200" y="1781026"/>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96" name="Google Shape;396;p82"/>
          <p:cNvSpPr txBox="1"/>
          <p:nvPr>
            <p:ph idx="2" type="body"/>
          </p:nvPr>
        </p:nvSpPr>
        <p:spPr>
          <a:xfrm>
            <a:off x="607200" y="2640259"/>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USTOM_3">
    <p:spTree>
      <p:nvGrpSpPr>
        <p:cNvPr id="397" name="Shape 397"/>
        <p:cNvGrpSpPr/>
        <p:nvPr/>
      </p:nvGrpSpPr>
      <p:grpSpPr>
        <a:xfrm>
          <a:off x="0" y="0"/>
          <a:ext cx="0" cy="0"/>
          <a:chOff x="0" y="0"/>
          <a:chExt cx="0" cy="0"/>
        </a:xfrm>
      </p:grpSpPr>
      <p:sp>
        <p:nvSpPr>
          <p:cNvPr id="398" name="Google Shape;398;p8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9" name="Google Shape;399;p83"/>
          <p:cNvSpPr txBox="1"/>
          <p:nvPr>
            <p:ph idx="1" type="body"/>
          </p:nvPr>
        </p:nvSpPr>
        <p:spPr>
          <a:xfrm>
            <a:off x="60720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0" name="Google Shape;400;p83"/>
          <p:cNvSpPr txBox="1"/>
          <p:nvPr>
            <p:ph idx="2" type="body"/>
          </p:nvPr>
        </p:nvSpPr>
        <p:spPr>
          <a:xfrm>
            <a:off x="607200"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1" name="Google Shape;401;p83"/>
          <p:cNvSpPr txBox="1"/>
          <p:nvPr>
            <p:ph idx="3" type="body"/>
          </p:nvPr>
        </p:nvSpPr>
        <p:spPr>
          <a:xfrm>
            <a:off x="458513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2" name="Google Shape;402;p83"/>
          <p:cNvSpPr txBox="1"/>
          <p:nvPr>
            <p:ph idx="4" type="body"/>
          </p:nvPr>
        </p:nvSpPr>
        <p:spPr>
          <a:xfrm>
            <a:off x="4585128"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USTOM_3_1">
    <p:spTree>
      <p:nvGrpSpPr>
        <p:cNvPr id="403" name="Shape 403"/>
        <p:cNvGrpSpPr/>
        <p:nvPr/>
      </p:nvGrpSpPr>
      <p:grpSpPr>
        <a:xfrm>
          <a:off x="0" y="0"/>
          <a:ext cx="0" cy="0"/>
          <a:chOff x="0" y="0"/>
          <a:chExt cx="0" cy="0"/>
        </a:xfrm>
      </p:grpSpPr>
      <p:sp>
        <p:nvSpPr>
          <p:cNvPr id="404" name="Google Shape;404;p8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5" name="Google Shape;405;p84"/>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6" name="Google Shape;406;p84"/>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7" name="Google Shape;407;p84"/>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8" name="Google Shape;408;p84"/>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09" name="Google Shape;409;p84"/>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10" name="Google Shape;410;p84"/>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p:cSld name="TITLE_AND_BODY_1_1_1">
    <p:spTree>
      <p:nvGrpSpPr>
        <p:cNvPr id="411" name="Shape 411"/>
        <p:cNvGrpSpPr/>
        <p:nvPr/>
      </p:nvGrpSpPr>
      <p:grpSpPr>
        <a:xfrm>
          <a:off x="0" y="0"/>
          <a:ext cx="0" cy="0"/>
          <a:chOff x="0" y="0"/>
          <a:chExt cx="0" cy="0"/>
        </a:xfrm>
      </p:grpSpPr>
      <p:sp>
        <p:nvSpPr>
          <p:cNvPr id="412" name="Google Shape;412;p8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3" name="Google Shape;413;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4" name="Google Shape;414;p85"/>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15" name="Google Shape;415;p85"/>
          <p:cNvSpPr txBox="1"/>
          <p:nvPr>
            <p:ph idx="2" type="body"/>
          </p:nvPr>
        </p:nvSpPr>
        <p:spPr>
          <a:xfrm>
            <a:off x="607200"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16" name="Google Shape;416;p85"/>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17" name="Google Shape;417;p85"/>
          <p:cNvSpPr txBox="1"/>
          <p:nvPr>
            <p:ph idx="4" type="body"/>
          </p:nvPr>
        </p:nvSpPr>
        <p:spPr>
          <a:xfrm>
            <a:off x="4589631"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2">
  <p:cSld name="TITLE_AND_BODY_1_1_1_1">
    <p:spTree>
      <p:nvGrpSpPr>
        <p:cNvPr id="418" name="Shape 418"/>
        <p:cNvGrpSpPr/>
        <p:nvPr/>
      </p:nvGrpSpPr>
      <p:grpSpPr>
        <a:xfrm>
          <a:off x="0" y="0"/>
          <a:ext cx="0" cy="0"/>
          <a:chOff x="0" y="0"/>
          <a:chExt cx="0" cy="0"/>
        </a:xfrm>
      </p:grpSpPr>
      <p:sp>
        <p:nvSpPr>
          <p:cNvPr id="419" name="Google Shape;419;p8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0" name="Google Shape;420;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1" name="Google Shape;421;p86"/>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22" name="Google Shape;422;p86"/>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23" name="Google Shape;423;p86"/>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24" name="Google Shape;424;p86"/>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25" name="Google Shape;425;p86"/>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26" name="Google Shape;426;p86"/>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and list" type="twoColTx">
  <p:cSld name="TITLE_AND_TWO_COLUMNS">
    <p:spTree>
      <p:nvGrpSpPr>
        <p:cNvPr id="427" name="Shape 427"/>
        <p:cNvGrpSpPr/>
        <p:nvPr/>
      </p:nvGrpSpPr>
      <p:grpSpPr>
        <a:xfrm>
          <a:off x="0" y="0"/>
          <a:ext cx="0" cy="0"/>
          <a:chOff x="0" y="0"/>
          <a:chExt cx="0" cy="0"/>
        </a:xfrm>
      </p:grpSpPr>
      <p:sp>
        <p:nvSpPr>
          <p:cNvPr id="428" name="Google Shape;428;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9" name="Google Shape;429;p8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0" name="Google Shape;430;p87"/>
          <p:cNvSpPr txBox="1"/>
          <p:nvPr>
            <p:ph idx="1" type="body"/>
          </p:nvPr>
        </p:nvSpPr>
        <p:spPr>
          <a:xfrm>
            <a:off x="60720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31" name="Google Shape;431;p87"/>
          <p:cNvSpPr txBox="1"/>
          <p:nvPr>
            <p:ph idx="2" type="body"/>
          </p:nvPr>
        </p:nvSpPr>
        <p:spPr>
          <a:xfrm>
            <a:off x="60720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32" name="Google Shape;432;p87"/>
          <p:cNvSpPr txBox="1"/>
          <p:nvPr>
            <p:ph idx="3" type="body"/>
          </p:nvPr>
        </p:nvSpPr>
        <p:spPr>
          <a:xfrm>
            <a:off x="35962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33" name="Google Shape;433;p87"/>
          <p:cNvSpPr txBox="1"/>
          <p:nvPr>
            <p:ph idx="4" type="body"/>
          </p:nvPr>
        </p:nvSpPr>
        <p:spPr>
          <a:xfrm>
            <a:off x="35962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34" name="Google Shape;434;p87"/>
          <p:cNvSpPr txBox="1"/>
          <p:nvPr>
            <p:ph idx="5" type="body"/>
          </p:nvPr>
        </p:nvSpPr>
        <p:spPr>
          <a:xfrm>
            <a:off x="65884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35" name="Google Shape;435;p87"/>
          <p:cNvSpPr txBox="1"/>
          <p:nvPr>
            <p:ph idx="6" type="body"/>
          </p:nvPr>
        </p:nvSpPr>
        <p:spPr>
          <a:xfrm>
            <a:off x="65884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p:cSld name="TITLE_AND_TWO_COLUMNS_1">
    <p:spTree>
      <p:nvGrpSpPr>
        <p:cNvPr id="436" name="Shape 436"/>
        <p:cNvGrpSpPr/>
        <p:nvPr/>
      </p:nvGrpSpPr>
      <p:grpSpPr>
        <a:xfrm>
          <a:off x="0" y="0"/>
          <a:ext cx="0" cy="0"/>
          <a:chOff x="0" y="0"/>
          <a:chExt cx="0" cy="0"/>
        </a:xfrm>
      </p:grpSpPr>
      <p:sp>
        <p:nvSpPr>
          <p:cNvPr id="437" name="Google Shape;437;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8" name="Google Shape;438;p8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9" name="Google Shape;439;p88"/>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40" name="Google Shape;440;p88"/>
          <p:cNvSpPr txBox="1"/>
          <p:nvPr>
            <p:ph idx="2" type="body"/>
          </p:nvPr>
        </p:nvSpPr>
        <p:spPr>
          <a:xfrm>
            <a:off x="35962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41" name="Google Shape;441;p88"/>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42" name="Google Shape;442;p88"/>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43" name="Google Shape;443;p88"/>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44" name="Google Shape;444;p88"/>
          <p:cNvSpPr txBox="1"/>
          <p:nvPr>
            <p:ph idx="6" type="subTitle"/>
          </p:nvPr>
        </p:nvSpPr>
        <p:spPr>
          <a:xfrm>
            <a:off x="3597825"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2">
  <p:cSld name="TITLE_AND_TWO_COLUMNS_1_3">
    <p:spTree>
      <p:nvGrpSpPr>
        <p:cNvPr id="445" name="Shape 445"/>
        <p:cNvGrpSpPr/>
        <p:nvPr/>
      </p:nvGrpSpPr>
      <p:grpSpPr>
        <a:xfrm>
          <a:off x="0" y="0"/>
          <a:ext cx="0" cy="0"/>
          <a:chOff x="0" y="0"/>
          <a:chExt cx="0" cy="0"/>
        </a:xfrm>
      </p:grpSpPr>
      <p:sp>
        <p:nvSpPr>
          <p:cNvPr id="446" name="Google Shape;446;p89"/>
          <p:cNvSpPr/>
          <p:nvPr/>
        </p:nvSpPr>
        <p:spPr>
          <a:xfrm>
            <a:off x="49125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47" name="Google Shape;447;p89"/>
          <p:cNvSpPr/>
          <p:nvPr/>
        </p:nvSpPr>
        <p:spPr>
          <a:xfrm>
            <a:off x="6072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89"/>
          <p:cNvSpPr/>
          <p:nvPr/>
        </p:nvSpPr>
        <p:spPr>
          <a:xfrm>
            <a:off x="275985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49" name="Google Shape;449;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0" name="Google Shape;450;p8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1" name="Google Shape;451;p89"/>
          <p:cNvSpPr txBox="1"/>
          <p:nvPr>
            <p:ph idx="1" type="body"/>
          </p:nvPr>
        </p:nvSpPr>
        <p:spPr>
          <a:xfrm>
            <a:off x="6072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52" name="Google Shape;452;p89"/>
          <p:cNvSpPr txBox="1"/>
          <p:nvPr>
            <p:ph idx="2" type="body"/>
          </p:nvPr>
        </p:nvSpPr>
        <p:spPr>
          <a:xfrm>
            <a:off x="275985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53" name="Google Shape;453;p89"/>
          <p:cNvSpPr txBox="1"/>
          <p:nvPr>
            <p:ph idx="3" type="body"/>
          </p:nvPr>
        </p:nvSpPr>
        <p:spPr>
          <a:xfrm>
            <a:off x="49125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54" name="Google Shape;454;p89"/>
          <p:cNvSpPr txBox="1"/>
          <p:nvPr>
            <p:ph idx="4" type="subTitle"/>
          </p:nvPr>
        </p:nvSpPr>
        <p:spPr>
          <a:xfrm>
            <a:off x="6072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55" name="Google Shape;455;p89"/>
          <p:cNvSpPr txBox="1"/>
          <p:nvPr>
            <p:ph idx="5" type="subTitle"/>
          </p:nvPr>
        </p:nvSpPr>
        <p:spPr>
          <a:xfrm>
            <a:off x="49125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56" name="Google Shape;456;p89"/>
          <p:cNvSpPr txBox="1"/>
          <p:nvPr>
            <p:ph idx="6" type="subTitle"/>
          </p:nvPr>
        </p:nvSpPr>
        <p:spPr>
          <a:xfrm>
            <a:off x="275985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TITLE_AND_TWO_COLUMNS_1_3_1">
    <p:spTree>
      <p:nvGrpSpPr>
        <p:cNvPr id="457" name="Shape 457"/>
        <p:cNvGrpSpPr/>
        <p:nvPr/>
      </p:nvGrpSpPr>
      <p:grpSpPr>
        <a:xfrm>
          <a:off x="0" y="0"/>
          <a:ext cx="0" cy="0"/>
          <a:chOff x="0" y="0"/>
          <a:chExt cx="0" cy="0"/>
        </a:xfrm>
      </p:grpSpPr>
      <p:sp>
        <p:nvSpPr>
          <p:cNvPr id="458" name="Google Shape;458;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9" name="Google Shape;459;p90"/>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90"/>
          <p:cNvSpPr txBox="1"/>
          <p:nvPr>
            <p:ph idx="1" type="body"/>
          </p:nvPr>
        </p:nvSpPr>
        <p:spPr>
          <a:xfrm>
            <a:off x="6072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61" name="Google Shape;461;p90"/>
          <p:cNvSpPr txBox="1"/>
          <p:nvPr>
            <p:ph idx="2" type="body"/>
          </p:nvPr>
        </p:nvSpPr>
        <p:spPr>
          <a:xfrm>
            <a:off x="275985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62" name="Google Shape;462;p90"/>
          <p:cNvSpPr txBox="1"/>
          <p:nvPr>
            <p:ph idx="3" type="body"/>
          </p:nvPr>
        </p:nvSpPr>
        <p:spPr>
          <a:xfrm>
            <a:off x="49125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63" name="Google Shape;463;p90"/>
          <p:cNvSpPr txBox="1"/>
          <p:nvPr>
            <p:ph idx="4" type="subTitle"/>
          </p:nvPr>
        </p:nvSpPr>
        <p:spPr>
          <a:xfrm>
            <a:off x="6072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64" name="Google Shape;464;p90"/>
          <p:cNvSpPr txBox="1"/>
          <p:nvPr>
            <p:ph idx="5" type="subTitle"/>
          </p:nvPr>
        </p:nvSpPr>
        <p:spPr>
          <a:xfrm>
            <a:off x="49125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65" name="Google Shape;465;p90"/>
          <p:cNvSpPr txBox="1"/>
          <p:nvPr>
            <p:ph idx="6" type="subTitle"/>
          </p:nvPr>
        </p:nvSpPr>
        <p:spPr>
          <a:xfrm>
            <a:off x="275985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4">
  <p:cSld name="TITLE_AND_TWO_COLUMNS_1_3_1_1">
    <p:spTree>
      <p:nvGrpSpPr>
        <p:cNvPr id="466" name="Shape 466"/>
        <p:cNvGrpSpPr/>
        <p:nvPr/>
      </p:nvGrpSpPr>
      <p:grpSpPr>
        <a:xfrm>
          <a:off x="0" y="0"/>
          <a:ext cx="0" cy="0"/>
          <a:chOff x="0" y="0"/>
          <a:chExt cx="0" cy="0"/>
        </a:xfrm>
      </p:grpSpPr>
      <p:sp>
        <p:nvSpPr>
          <p:cNvPr id="467" name="Google Shape;467;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8" name="Google Shape;468;p91"/>
          <p:cNvSpPr txBox="1"/>
          <p:nvPr>
            <p:ph type="title"/>
          </p:nvPr>
        </p:nvSpPr>
        <p:spPr>
          <a:xfrm>
            <a:off x="607200" y="1026550"/>
            <a:ext cx="79761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9" name="Google Shape;469;p91"/>
          <p:cNvSpPr txBox="1"/>
          <p:nvPr>
            <p:ph idx="1" type="body"/>
          </p:nvPr>
        </p:nvSpPr>
        <p:spPr>
          <a:xfrm>
            <a:off x="6072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70" name="Google Shape;470;p91"/>
          <p:cNvSpPr txBox="1"/>
          <p:nvPr>
            <p:ph idx="2" type="body"/>
          </p:nvPr>
        </p:nvSpPr>
        <p:spPr>
          <a:xfrm>
            <a:off x="275985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71" name="Google Shape;471;p91"/>
          <p:cNvSpPr txBox="1"/>
          <p:nvPr>
            <p:ph idx="3" type="body"/>
          </p:nvPr>
        </p:nvSpPr>
        <p:spPr>
          <a:xfrm>
            <a:off x="49125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72" name="Google Shape;472;p91"/>
          <p:cNvSpPr txBox="1"/>
          <p:nvPr>
            <p:ph idx="4" type="subTitle"/>
          </p:nvPr>
        </p:nvSpPr>
        <p:spPr>
          <a:xfrm>
            <a:off x="6072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73" name="Google Shape;473;p91"/>
          <p:cNvSpPr txBox="1"/>
          <p:nvPr>
            <p:ph idx="5" type="subTitle"/>
          </p:nvPr>
        </p:nvSpPr>
        <p:spPr>
          <a:xfrm>
            <a:off x="49125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74" name="Google Shape;474;p91"/>
          <p:cNvSpPr txBox="1"/>
          <p:nvPr>
            <p:ph idx="6" type="subTitle"/>
          </p:nvPr>
        </p:nvSpPr>
        <p:spPr>
          <a:xfrm>
            <a:off x="275985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1">
  <p:cSld name="TITLE_AND_TWO_COLUMNS_1_2">
    <p:spTree>
      <p:nvGrpSpPr>
        <p:cNvPr id="475" name="Shape 475"/>
        <p:cNvGrpSpPr/>
        <p:nvPr/>
      </p:nvGrpSpPr>
      <p:grpSpPr>
        <a:xfrm>
          <a:off x="0" y="0"/>
          <a:ext cx="0" cy="0"/>
          <a:chOff x="0" y="0"/>
          <a:chExt cx="0" cy="0"/>
        </a:xfrm>
      </p:grpSpPr>
      <p:sp>
        <p:nvSpPr>
          <p:cNvPr id="476" name="Google Shape;476;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9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8" name="Google Shape;478;p92"/>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79" name="Google Shape;479;p92"/>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80" name="Google Shape;480;p92"/>
          <p:cNvSpPr txBox="1"/>
          <p:nvPr>
            <p:ph idx="3" type="subTitle"/>
          </p:nvPr>
        </p:nvSpPr>
        <p:spPr>
          <a:xfrm>
            <a:off x="6072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81" name="Google Shape;481;p92"/>
          <p:cNvSpPr txBox="1"/>
          <p:nvPr>
            <p:ph idx="4" type="subTitle"/>
          </p:nvPr>
        </p:nvSpPr>
        <p:spPr>
          <a:xfrm>
            <a:off x="26297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82" name="Google Shape;482;p92"/>
          <p:cNvSpPr txBox="1"/>
          <p:nvPr>
            <p:ph idx="5"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83" name="Google Shape;483;p92"/>
          <p:cNvSpPr txBox="1"/>
          <p:nvPr>
            <p:ph idx="6" type="subTitle"/>
          </p:nvPr>
        </p:nvSpPr>
        <p:spPr>
          <a:xfrm>
            <a:off x="46523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TITLE_AND_TWO_COLUMNS_1_2_1">
    <p:spTree>
      <p:nvGrpSpPr>
        <p:cNvPr id="484" name="Shape 484"/>
        <p:cNvGrpSpPr/>
        <p:nvPr/>
      </p:nvGrpSpPr>
      <p:grpSpPr>
        <a:xfrm>
          <a:off x="0" y="0"/>
          <a:ext cx="0" cy="0"/>
          <a:chOff x="0" y="0"/>
          <a:chExt cx="0" cy="0"/>
        </a:xfrm>
      </p:grpSpPr>
      <p:sp>
        <p:nvSpPr>
          <p:cNvPr id="485" name="Google Shape;485;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6" name="Google Shape;486;p9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7" name="Google Shape;487;p93"/>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88" name="Google Shape;488;p93"/>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89" name="Google Shape;489;p93"/>
          <p:cNvSpPr txBox="1"/>
          <p:nvPr>
            <p:ph idx="3" type="body"/>
          </p:nvPr>
        </p:nvSpPr>
        <p:spPr>
          <a:xfrm>
            <a:off x="66748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90" name="Google Shape;490;p93"/>
          <p:cNvSpPr txBox="1"/>
          <p:nvPr>
            <p:ph idx="4" type="subTitle"/>
          </p:nvPr>
        </p:nvSpPr>
        <p:spPr>
          <a:xfrm>
            <a:off x="607200" y="1916160"/>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91" name="Google Shape;491;p93"/>
          <p:cNvSpPr txBox="1"/>
          <p:nvPr>
            <p:ph idx="5" type="subTitle"/>
          </p:nvPr>
        </p:nvSpPr>
        <p:spPr>
          <a:xfrm>
            <a:off x="6674850" y="1916160"/>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92" name="Google Shape;492;p93"/>
          <p:cNvSpPr txBox="1"/>
          <p:nvPr>
            <p:ph idx="6" type="subTitle"/>
          </p:nvPr>
        </p:nvSpPr>
        <p:spPr>
          <a:xfrm>
            <a:off x="2629750" y="1916160"/>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93" name="Google Shape;493;p93"/>
          <p:cNvSpPr txBox="1"/>
          <p:nvPr>
            <p:ph idx="7"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94" name="Google Shape;494;p93"/>
          <p:cNvSpPr txBox="1"/>
          <p:nvPr>
            <p:ph idx="8" type="subTitle"/>
          </p:nvPr>
        </p:nvSpPr>
        <p:spPr>
          <a:xfrm>
            <a:off x="4652300" y="1916160"/>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p:cSld name="TITLE_AND_TWO_COLUMNS_1_1">
    <p:spTree>
      <p:nvGrpSpPr>
        <p:cNvPr id="495" name="Shape 495"/>
        <p:cNvGrpSpPr/>
        <p:nvPr/>
      </p:nvGrpSpPr>
      <p:grpSpPr>
        <a:xfrm>
          <a:off x="0" y="0"/>
          <a:ext cx="0" cy="0"/>
          <a:chOff x="0" y="0"/>
          <a:chExt cx="0" cy="0"/>
        </a:xfrm>
      </p:grpSpPr>
      <p:sp>
        <p:nvSpPr>
          <p:cNvPr id="496" name="Google Shape;496;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7" name="Google Shape;497;p9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94"/>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99" name="Google Shape;499;p94"/>
          <p:cNvSpPr txBox="1"/>
          <p:nvPr>
            <p:ph idx="2" type="body"/>
          </p:nvPr>
        </p:nvSpPr>
        <p:spPr>
          <a:xfrm>
            <a:off x="26009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00" name="Google Shape;500;p94"/>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01" name="Google Shape;501;p94"/>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2" name="Google Shape;502;p94"/>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3" name="Google Shape;503;p94"/>
          <p:cNvSpPr txBox="1"/>
          <p:nvPr>
            <p:ph idx="6" type="subTitle"/>
          </p:nvPr>
        </p:nvSpPr>
        <p:spPr>
          <a:xfrm>
            <a:off x="26009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4" name="Google Shape;504;p94"/>
          <p:cNvSpPr txBox="1"/>
          <p:nvPr>
            <p:ph idx="7" type="body"/>
          </p:nvPr>
        </p:nvSpPr>
        <p:spPr>
          <a:xfrm>
            <a:off x="45947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05" name="Google Shape;505;p94"/>
          <p:cNvSpPr txBox="1"/>
          <p:nvPr>
            <p:ph idx="8" type="subTitle"/>
          </p:nvPr>
        </p:nvSpPr>
        <p:spPr>
          <a:xfrm>
            <a:off x="45947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TITLE_AND_TWO_COLUMNS_1_1_1">
    <p:spTree>
      <p:nvGrpSpPr>
        <p:cNvPr id="506" name="Shape 506"/>
        <p:cNvGrpSpPr/>
        <p:nvPr/>
      </p:nvGrpSpPr>
      <p:grpSpPr>
        <a:xfrm>
          <a:off x="0" y="0"/>
          <a:ext cx="0" cy="0"/>
          <a:chOff x="0" y="0"/>
          <a:chExt cx="0" cy="0"/>
        </a:xfrm>
      </p:grpSpPr>
      <p:sp>
        <p:nvSpPr>
          <p:cNvPr id="507" name="Google Shape;507;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9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95"/>
          <p:cNvSpPr txBox="1"/>
          <p:nvPr>
            <p:ph idx="1" type="body"/>
          </p:nvPr>
        </p:nvSpPr>
        <p:spPr>
          <a:xfrm>
            <a:off x="3314406" y="178557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10" name="Google Shape;510;p95"/>
          <p:cNvSpPr txBox="1"/>
          <p:nvPr>
            <p:ph idx="2" type="body"/>
          </p:nvPr>
        </p:nvSpPr>
        <p:spPr>
          <a:xfrm>
            <a:off x="3314406" y="3305922"/>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11" name="Google Shape;511;p95"/>
          <p:cNvSpPr txBox="1"/>
          <p:nvPr>
            <p:ph idx="3" type="body"/>
          </p:nvPr>
        </p:nvSpPr>
        <p:spPr>
          <a:xfrm>
            <a:off x="3314406" y="406609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12" name="Google Shape;512;p95"/>
          <p:cNvSpPr txBox="1"/>
          <p:nvPr>
            <p:ph idx="4" type="subTitle"/>
          </p:nvPr>
        </p:nvSpPr>
        <p:spPr>
          <a:xfrm>
            <a:off x="1301106" y="178557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13" name="Google Shape;513;p95"/>
          <p:cNvSpPr txBox="1"/>
          <p:nvPr>
            <p:ph idx="5" type="subTitle"/>
          </p:nvPr>
        </p:nvSpPr>
        <p:spPr>
          <a:xfrm>
            <a:off x="1301106" y="406609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14" name="Google Shape;514;p95"/>
          <p:cNvSpPr txBox="1"/>
          <p:nvPr>
            <p:ph idx="6" type="subTitle"/>
          </p:nvPr>
        </p:nvSpPr>
        <p:spPr>
          <a:xfrm>
            <a:off x="1301106" y="2545748"/>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15" name="Google Shape;515;p95"/>
          <p:cNvSpPr txBox="1"/>
          <p:nvPr>
            <p:ph idx="7" type="body"/>
          </p:nvPr>
        </p:nvSpPr>
        <p:spPr>
          <a:xfrm>
            <a:off x="3314406" y="2545748"/>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16" name="Google Shape;516;p95"/>
          <p:cNvSpPr txBox="1"/>
          <p:nvPr>
            <p:ph idx="8" type="subTitle"/>
          </p:nvPr>
        </p:nvSpPr>
        <p:spPr>
          <a:xfrm>
            <a:off x="1301106" y="3305922"/>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CUSTOM_9">
    <p:spTree>
      <p:nvGrpSpPr>
        <p:cNvPr id="517" name="Shape 517"/>
        <p:cNvGrpSpPr/>
        <p:nvPr/>
      </p:nvGrpSpPr>
      <p:grpSpPr>
        <a:xfrm>
          <a:off x="0" y="0"/>
          <a:ext cx="0" cy="0"/>
          <a:chOff x="0" y="0"/>
          <a:chExt cx="0" cy="0"/>
        </a:xfrm>
      </p:grpSpPr>
      <p:sp>
        <p:nvSpPr>
          <p:cNvPr id="518" name="Google Shape;518;p96"/>
          <p:cNvSpPr txBox="1"/>
          <p:nvPr>
            <p:ph idx="1" type="body"/>
          </p:nvPr>
        </p:nvSpPr>
        <p:spPr>
          <a:xfrm>
            <a:off x="661300"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19" name="Google Shape;519;p96"/>
          <p:cNvSpPr txBox="1"/>
          <p:nvPr>
            <p:ph idx="2" type="body"/>
          </p:nvPr>
        </p:nvSpPr>
        <p:spPr>
          <a:xfrm>
            <a:off x="2539106"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20" name="Google Shape;520;p96"/>
          <p:cNvSpPr txBox="1"/>
          <p:nvPr>
            <p:ph idx="3" type="body"/>
          </p:nvPr>
        </p:nvSpPr>
        <p:spPr>
          <a:xfrm>
            <a:off x="6294717"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21" name="Google Shape;521;p96"/>
          <p:cNvSpPr txBox="1"/>
          <p:nvPr>
            <p:ph idx="4" type="subTitle"/>
          </p:nvPr>
        </p:nvSpPr>
        <p:spPr>
          <a:xfrm>
            <a:off x="66129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22" name="Google Shape;522;p96"/>
          <p:cNvSpPr txBox="1"/>
          <p:nvPr>
            <p:ph idx="5" type="subTitle"/>
          </p:nvPr>
        </p:nvSpPr>
        <p:spPr>
          <a:xfrm>
            <a:off x="6294720"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23" name="Google Shape;523;p96"/>
          <p:cNvSpPr txBox="1"/>
          <p:nvPr>
            <p:ph idx="6" type="subTitle"/>
          </p:nvPr>
        </p:nvSpPr>
        <p:spPr>
          <a:xfrm>
            <a:off x="253910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24" name="Google Shape;524;p96"/>
          <p:cNvSpPr txBox="1"/>
          <p:nvPr>
            <p:ph idx="7" type="body"/>
          </p:nvPr>
        </p:nvSpPr>
        <p:spPr>
          <a:xfrm>
            <a:off x="4416912"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25" name="Google Shape;525;p96"/>
          <p:cNvSpPr txBox="1"/>
          <p:nvPr>
            <p:ph idx="8" type="subTitle"/>
          </p:nvPr>
        </p:nvSpPr>
        <p:spPr>
          <a:xfrm>
            <a:off x="441691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26" name="Google Shape;526;p9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ive columns ">
  <p:cSld name="CUSTOM_10">
    <p:spTree>
      <p:nvGrpSpPr>
        <p:cNvPr id="527" name="Shape 527"/>
        <p:cNvGrpSpPr/>
        <p:nvPr/>
      </p:nvGrpSpPr>
      <p:grpSpPr>
        <a:xfrm>
          <a:off x="0" y="0"/>
          <a:ext cx="0" cy="0"/>
          <a:chOff x="0" y="0"/>
          <a:chExt cx="0" cy="0"/>
        </a:xfrm>
      </p:grpSpPr>
      <p:sp>
        <p:nvSpPr>
          <p:cNvPr id="528" name="Google Shape;528;p97"/>
          <p:cNvSpPr txBox="1"/>
          <p:nvPr>
            <p:ph idx="1" type="body"/>
          </p:nvPr>
        </p:nvSpPr>
        <p:spPr>
          <a:xfrm>
            <a:off x="6968050" y="1561100"/>
            <a:ext cx="1524300" cy="32004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29" name="Google Shape;529;p97"/>
          <p:cNvSpPr txBox="1"/>
          <p:nvPr>
            <p:ph idx="2" type="body"/>
          </p:nvPr>
        </p:nvSpPr>
        <p:spPr>
          <a:xfrm>
            <a:off x="5367850" y="1561100"/>
            <a:ext cx="1524300" cy="32004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30" name="Google Shape;530;p97"/>
          <p:cNvSpPr txBox="1"/>
          <p:nvPr>
            <p:ph idx="3" type="body"/>
          </p:nvPr>
        </p:nvSpPr>
        <p:spPr>
          <a:xfrm>
            <a:off x="3767650" y="1561100"/>
            <a:ext cx="1524300" cy="32004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31" name="Google Shape;531;p9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97"/>
          <p:cNvSpPr txBox="1"/>
          <p:nvPr>
            <p:ph idx="4" type="body"/>
          </p:nvPr>
        </p:nvSpPr>
        <p:spPr>
          <a:xfrm>
            <a:off x="607200" y="1561100"/>
            <a:ext cx="1479000" cy="32004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33" name="Google Shape;533;p97"/>
          <p:cNvSpPr txBox="1"/>
          <p:nvPr>
            <p:ph idx="5" type="body"/>
          </p:nvPr>
        </p:nvSpPr>
        <p:spPr>
          <a:xfrm>
            <a:off x="2167450" y="1561100"/>
            <a:ext cx="1524300" cy="32004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34" name="Google Shape;534;p97"/>
          <p:cNvSpPr txBox="1"/>
          <p:nvPr>
            <p:ph idx="6" type="subTitle"/>
          </p:nvPr>
        </p:nvSpPr>
        <p:spPr>
          <a:xfrm>
            <a:off x="607200" y="1554603"/>
            <a:ext cx="14028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000">
                <a:solidFill>
                  <a:schemeClr val="dk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35" name="Google Shape;535;p97"/>
          <p:cNvSpPr txBox="1"/>
          <p:nvPr>
            <p:ph idx="7" type="subTitle"/>
          </p:nvPr>
        </p:nvSpPr>
        <p:spPr>
          <a:xfrm>
            <a:off x="5367850" y="1554603"/>
            <a:ext cx="14028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000">
                <a:solidFill>
                  <a:schemeClr val="dk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36" name="Google Shape;536;p97"/>
          <p:cNvSpPr txBox="1"/>
          <p:nvPr>
            <p:ph idx="8" type="subTitle"/>
          </p:nvPr>
        </p:nvSpPr>
        <p:spPr>
          <a:xfrm>
            <a:off x="2167450" y="1554603"/>
            <a:ext cx="14028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000">
                <a:solidFill>
                  <a:schemeClr val="dk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37" name="Google Shape;537;p97"/>
          <p:cNvSpPr txBox="1"/>
          <p:nvPr>
            <p:ph idx="9" type="subTitle"/>
          </p:nvPr>
        </p:nvSpPr>
        <p:spPr>
          <a:xfrm>
            <a:off x="3767650" y="1554603"/>
            <a:ext cx="14028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000">
                <a:solidFill>
                  <a:schemeClr val="dk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38" name="Google Shape;538;p97"/>
          <p:cNvSpPr txBox="1"/>
          <p:nvPr>
            <p:ph idx="13" type="subTitle"/>
          </p:nvPr>
        </p:nvSpPr>
        <p:spPr>
          <a:xfrm>
            <a:off x="6968050" y="1554603"/>
            <a:ext cx="14028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000">
                <a:solidFill>
                  <a:schemeClr val="dk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9_1">
    <p:spTree>
      <p:nvGrpSpPr>
        <p:cNvPr id="539" name="Shape 539"/>
        <p:cNvGrpSpPr/>
        <p:nvPr/>
      </p:nvGrpSpPr>
      <p:grpSpPr>
        <a:xfrm>
          <a:off x="0" y="0"/>
          <a:ext cx="0" cy="0"/>
          <a:chOff x="0" y="0"/>
          <a:chExt cx="0" cy="0"/>
        </a:xfrm>
      </p:grpSpPr>
      <p:sp>
        <p:nvSpPr>
          <p:cNvPr id="540" name="Google Shape;540;p98"/>
          <p:cNvSpPr txBox="1"/>
          <p:nvPr>
            <p:ph idx="1" type="body"/>
          </p:nvPr>
        </p:nvSpPr>
        <p:spPr>
          <a:xfrm>
            <a:off x="661300"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1" name="Google Shape;541;p98"/>
          <p:cNvSpPr txBox="1"/>
          <p:nvPr>
            <p:ph idx="2" type="body"/>
          </p:nvPr>
        </p:nvSpPr>
        <p:spPr>
          <a:xfrm>
            <a:off x="2023989"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2" name="Google Shape;542;p98"/>
          <p:cNvSpPr txBox="1"/>
          <p:nvPr>
            <p:ph idx="3" type="body"/>
          </p:nvPr>
        </p:nvSpPr>
        <p:spPr>
          <a:xfrm>
            <a:off x="4733934"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3" name="Google Shape;543;p98"/>
          <p:cNvSpPr txBox="1"/>
          <p:nvPr>
            <p:ph idx="4" type="subTitle"/>
          </p:nvPr>
        </p:nvSpPr>
        <p:spPr>
          <a:xfrm>
            <a:off x="661311"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44" name="Google Shape;544;p98"/>
          <p:cNvSpPr txBox="1"/>
          <p:nvPr>
            <p:ph idx="5" type="subTitle"/>
          </p:nvPr>
        </p:nvSpPr>
        <p:spPr>
          <a:xfrm>
            <a:off x="473393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45" name="Google Shape;545;p98"/>
          <p:cNvSpPr txBox="1"/>
          <p:nvPr>
            <p:ph idx="6" type="subTitle"/>
          </p:nvPr>
        </p:nvSpPr>
        <p:spPr>
          <a:xfrm>
            <a:off x="202399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46" name="Google Shape;546;p98"/>
          <p:cNvSpPr txBox="1"/>
          <p:nvPr>
            <p:ph idx="7" type="body"/>
          </p:nvPr>
        </p:nvSpPr>
        <p:spPr>
          <a:xfrm>
            <a:off x="3376456"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7" name="Google Shape;547;p98"/>
          <p:cNvSpPr txBox="1"/>
          <p:nvPr>
            <p:ph idx="8" type="subTitle"/>
          </p:nvPr>
        </p:nvSpPr>
        <p:spPr>
          <a:xfrm>
            <a:off x="3376462"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48" name="Google Shape;548;p98"/>
          <p:cNvSpPr txBox="1"/>
          <p:nvPr>
            <p:ph idx="9" type="body"/>
          </p:nvPr>
        </p:nvSpPr>
        <p:spPr>
          <a:xfrm>
            <a:off x="7447848"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9" name="Google Shape;549;p98"/>
          <p:cNvSpPr txBox="1"/>
          <p:nvPr>
            <p:ph idx="13" type="subTitle"/>
          </p:nvPr>
        </p:nvSpPr>
        <p:spPr>
          <a:xfrm>
            <a:off x="7447845"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50" name="Google Shape;550;p98"/>
          <p:cNvSpPr txBox="1"/>
          <p:nvPr>
            <p:ph idx="14" type="body"/>
          </p:nvPr>
        </p:nvSpPr>
        <p:spPr>
          <a:xfrm>
            <a:off x="6103327"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51" name="Google Shape;551;p98"/>
          <p:cNvSpPr txBox="1"/>
          <p:nvPr>
            <p:ph idx="15" type="subTitle"/>
          </p:nvPr>
        </p:nvSpPr>
        <p:spPr>
          <a:xfrm>
            <a:off x="610332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52" name="Google Shape;552;p9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3" name="Shape 553"/>
        <p:cNvGrpSpPr/>
        <p:nvPr/>
      </p:nvGrpSpPr>
      <p:grpSpPr>
        <a:xfrm>
          <a:off x="0" y="0"/>
          <a:ext cx="0" cy="0"/>
          <a:chOff x="0" y="0"/>
          <a:chExt cx="0" cy="0"/>
        </a:xfrm>
      </p:grpSpPr>
      <p:sp>
        <p:nvSpPr>
          <p:cNvPr id="554" name="Google Shape;554;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55" name="Google Shape;555;p99"/>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imeline">
  <p:cSld name="TITLE_ONLY_1">
    <p:spTree>
      <p:nvGrpSpPr>
        <p:cNvPr id="556" name="Shape 556"/>
        <p:cNvGrpSpPr/>
        <p:nvPr/>
      </p:nvGrpSpPr>
      <p:grpSpPr>
        <a:xfrm>
          <a:off x="0" y="0"/>
          <a:ext cx="0" cy="0"/>
          <a:chOff x="0" y="0"/>
          <a:chExt cx="0" cy="0"/>
        </a:xfrm>
      </p:grpSpPr>
      <p:sp>
        <p:nvSpPr>
          <p:cNvPr id="557" name="Google Shape;557;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58" name="Google Shape;558;p100"/>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graph">
  <p:cSld name="TITLE_ONLY_1_3">
    <p:spTree>
      <p:nvGrpSpPr>
        <p:cNvPr id="559" name="Shape 559"/>
        <p:cNvGrpSpPr/>
        <p:nvPr/>
      </p:nvGrpSpPr>
      <p:grpSpPr>
        <a:xfrm>
          <a:off x="0" y="0"/>
          <a:ext cx="0" cy="0"/>
          <a:chOff x="0" y="0"/>
          <a:chExt cx="0" cy="0"/>
        </a:xfrm>
      </p:grpSpPr>
      <p:sp>
        <p:nvSpPr>
          <p:cNvPr id="560" name="Google Shape;560;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1" name="Google Shape;561;p101"/>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able 1">
  <p:cSld name="TITLE_ONLY_1_2">
    <p:spTree>
      <p:nvGrpSpPr>
        <p:cNvPr id="562" name="Shape 562"/>
        <p:cNvGrpSpPr/>
        <p:nvPr/>
      </p:nvGrpSpPr>
      <p:grpSpPr>
        <a:xfrm>
          <a:off x="0" y="0"/>
          <a:ext cx="0" cy="0"/>
          <a:chOff x="0" y="0"/>
          <a:chExt cx="0" cy="0"/>
        </a:xfrm>
      </p:grpSpPr>
      <p:sp>
        <p:nvSpPr>
          <p:cNvPr id="563" name="Google Shape;563;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102"/>
          <p:cNvSpPr txBox="1"/>
          <p:nvPr>
            <p:ph type="title"/>
          </p:nvPr>
        </p:nvSpPr>
        <p:spPr>
          <a:xfrm>
            <a:off x="607200" y="1026550"/>
            <a:ext cx="1653300" cy="1416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able 2">
  <p:cSld name="TITLE_ONLY_1_2_1">
    <p:spTree>
      <p:nvGrpSpPr>
        <p:cNvPr id="565" name="Shape 565"/>
        <p:cNvGrpSpPr/>
        <p:nvPr/>
      </p:nvGrpSpPr>
      <p:grpSpPr>
        <a:xfrm>
          <a:off x="0" y="0"/>
          <a:ext cx="0" cy="0"/>
          <a:chOff x="0" y="0"/>
          <a:chExt cx="0" cy="0"/>
        </a:xfrm>
      </p:grpSpPr>
      <p:sp>
        <p:nvSpPr>
          <p:cNvPr id="566" name="Google Shape;566;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7" name="Google Shape;567;p103"/>
          <p:cNvSpPr txBox="1"/>
          <p:nvPr>
            <p:ph type="title"/>
          </p:nvPr>
        </p:nvSpPr>
        <p:spPr>
          <a:xfrm>
            <a:off x="607200" y="1026550"/>
            <a:ext cx="17106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nel">
  <p:cSld name="TITLE_ONLY_1_1">
    <p:spTree>
      <p:nvGrpSpPr>
        <p:cNvPr id="568" name="Shape 568"/>
        <p:cNvGrpSpPr/>
        <p:nvPr/>
      </p:nvGrpSpPr>
      <p:grpSpPr>
        <a:xfrm>
          <a:off x="0" y="0"/>
          <a:ext cx="0" cy="0"/>
          <a:chOff x="0" y="0"/>
          <a:chExt cx="0" cy="0"/>
        </a:xfrm>
      </p:grpSpPr>
      <p:sp>
        <p:nvSpPr>
          <p:cNvPr id="569" name="Google Shape;569;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5">
    <p:bg>
      <p:bgPr>
        <a:noFill/>
      </p:bgPr>
    </p:bg>
    <p:spTree>
      <p:nvGrpSpPr>
        <p:cNvPr id="570" name="Shape 570"/>
        <p:cNvGrpSpPr/>
        <p:nvPr/>
      </p:nvGrpSpPr>
      <p:grpSpPr>
        <a:xfrm>
          <a:off x="0" y="0"/>
          <a:ext cx="0" cy="0"/>
          <a:chOff x="0" y="0"/>
          <a:chExt cx="0" cy="0"/>
        </a:xfrm>
      </p:grpSpPr>
      <p:sp>
        <p:nvSpPr>
          <p:cNvPr id="571" name="Google Shape;571;p105"/>
          <p:cNvSpPr txBox="1"/>
          <p:nvPr>
            <p:ph type="title"/>
          </p:nvPr>
        </p:nvSpPr>
        <p:spPr>
          <a:xfrm>
            <a:off x="606900" y="538425"/>
            <a:ext cx="7683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6">
    <p:bg>
      <p:bgPr>
        <a:solidFill>
          <a:schemeClr val="dk1"/>
        </a:solidFill>
      </p:bgPr>
    </p:bg>
    <p:spTree>
      <p:nvGrpSpPr>
        <p:cNvPr id="572" name="Shape 572"/>
        <p:cNvGrpSpPr/>
        <p:nvPr/>
      </p:nvGrpSpPr>
      <p:grpSpPr>
        <a:xfrm>
          <a:off x="0" y="0"/>
          <a:ext cx="0" cy="0"/>
          <a:chOff x="0" y="0"/>
          <a:chExt cx="0" cy="0"/>
        </a:xfrm>
      </p:grpSpPr>
      <p:sp>
        <p:nvSpPr>
          <p:cNvPr id="573" name="Google Shape;573;p10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
    <p:bg>
      <p:bgPr>
        <a:solidFill>
          <a:schemeClr val="lt2"/>
        </a:solidFill>
      </p:bgPr>
    </p:bg>
    <p:spTree>
      <p:nvGrpSpPr>
        <p:cNvPr id="574" name="Shape 574"/>
        <p:cNvGrpSpPr/>
        <p:nvPr/>
      </p:nvGrpSpPr>
      <p:grpSpPr>
        <a:xfrm>
          <a:off x="0" y="0"/>
          <a:ext cx="0" cy="0"/>
          <a:chOff x="0" y="0"/>
          <a:chExt cx="0" cy="0"/>
        </a:xfrm>
      </p:grpSpPr>
      <p:sp>
        <p:nvSpPr>
          <p:cNvPr id="575" name="Google Shape;575;p10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2800"/>
              <a:buAutoNum type="alphaLcPeriod"/>
              <a:defRPr/>
            </a:lvl2pPr>
            <a:lvl3pPr lvl="2" rtl="0">
              <a:spcBef>
                <a:spcPts val="0"/>
              </a:spcBef>
              <a:spcAft>
                <a:spcPts val="0"/>
              </a:spcAft>
              <a:buSzPts val="2800"/>
              <a:buAutoNum type="romanLcPeriod"/>
              <a:defRPr/>
            </a:lvl3pPr>
            <a:lvl4pPr lvl="3" rtl="0">
              <a:spcBef>
                <a:spcPts val="0"/>
              </a:spcBef>
              <a:spcAft>
                <a:spcPts val="0"/>
              </a:spcAft>
              <a:buSzPts val="2800"/>
              <a:buAutoNum type="arabicPeriod"/>
              <a:defRPr/>
            </a:lvl4pPr>
            <a:lvl5pPr lvl="4" rtl="0">
              <a:spcBef>
                <a:spcPts val="0"/>
              </a:spcBef>
              <a:spcAft>
                <a:spcPts val="0"/>
              </a:spcAft>
              <a:buSzPts val="2800"/>
              <a:buAutoNum type="alphaLcPeriod"/>
              <a:defRPr/>
            </a:lvl5pPr>
            <a:lvl6pPr lvl="5" rtl="0">
              <a:spcBef>
                <a:spcPts val="0"/>
              </a:spcBef>
              <a:spcAft>
                <a:spcPts val="0"/>
              </a:spcAft>
              <a:buSzPts val="2800"/>
              <a:buAutoNum type="romanLcPeriod"/>
              <a:defRPr/>
            </a:lvl6pPr>
            <a:lvl7pPr lvl="6" rtl="0">
              <a:spcBef>
                <a:spcPts val="0"/>
              </a:spcBef>
              <a:spcAft>
                <a:spcPts val="0"/>
              </a:spcAft>
              <a:buSzPts val="2800"/>
              <a:buAutoNum type="arabicPeriod"/>
              <a:defRPr/>
            </a:lvl7pPr>
            <a:lvl8pPr lvl="7" rtl="0">
              <a:spcBef>
                <a:spcPts val="0"/>
              </a:spcBef>
              <a:spcAft>
                <a:spcPts val="0"/>
              </a:spcAft>
              <a:buSzPts val="2800"/>
              <a:buAutoNum type="alphaLcPeriod"/>
              <a:defRPr/>
            </a:lvl8pPr>
            <a:lvl9pPr lvl="8" rtl="0">
              <a:spcBef>
                <a:spcPts val="0"/>
              </a:spcBef>
              <a:spcAft>
                <a:spcPts val="0"/>
              </a:spcAft>
              <a:buSzPts val="2800"/>
              <a:buAutoNum type="romanLcPeriod"/>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576" name="Shape 576"/>
        <p:cNvGrpSpPr/>
        <p:nvPr/>
      </p:nvGrpSpPr>
      <p:grpSpPr>
        <a:xfrm>
          <a:off x="0" y="0"/>
          <a:ext cx="0" cy="0"/>
          <a:chOff x="0" y="0"/>
          <a:chExt cx="0" cy="0"/>
        </a:xfrm>
      </p:grpSpPr>
      <p:sp>
        <p:nvSpPr>
          <p:cNvPr id="577" name="Google Shape;577;p108"/>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8" name="Google Shape;578;p108"/>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79" name="Google Shape;579;p108"/>
          <p:cNvSpPr txBox="1"/>
          <p:nvPr>
            <p:ph idx="2" type="body"/>
          </p:nvPr>
        </p:nvSpPr>
        <p:spPr>
          <a:xfrm>
            <a:off x="607200"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80" name="Google Shape;580;p108"/>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81" name="Google Shape;581;p108"/>
          <p:cNvSpPr txBox="1"/>
          <p:nvPr>
            <p:ph idx="4" type="body"/>
          </p:nvPr>
        </p:nvSpPr>
        <p:spPr>
          <a:xfrm>
            <a:off x="4589628"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82" name="Google Shape;582;p108"/>
          <p:cNvSpPr txBox="1"/>
          <p:nvPr>
            <p:ph idx="5" type="subTitle"/>
          </p:nvPr>
        </p:nvSpPr>
        <p:spPr>
          <a:xfrm>
            <a:off x="638800" y="4305050"/>
            <a:ext cx="3259200" cy="309300"/>
          </a:xfrm>
          <a:prstGeom prst="rect">
            <a:avLst/>
          </a:prstGeom>
          <a:solidFill>
            <a:schemeClr val="accent6"/>
          </a:solidFill>
        </p:spPr>
        <p:txBody>
          <a:bodyPr anchorCtr="0" anchor="ctr" bIns="91425" lIns="91425" spcFirstLastPara="1" rIns="91425" wrap="square" tIns="91425">
            <a:noAutofit/>
          </a:bodyPr>
          <a:lstStyle>
            <a:lvl1pPr lvl="0" rtl="0">
              <a:spcBef>
                <a:spcPts val="0"/>
              </a:spcBef>
              <a:spcAft>
                <a:spcPts val="0"/>
              </a:spcAft>
              <a:buSzPts val="1400"/>
              <a:buNone/>
              <a:defRPr sz="10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583" name="Shape 583"/>
        <p:cNvGrpSpPr/>
        <p:nvPr/>
      </p:nvGrpSpPr>
      <p:grpSpPr>
        <a:xfrm>
          <a:off x="0" y="0"/>
          <a:ext cx="0" cy="0"/>
          <a:chOff x="0" y="0"/>
          <a:chExt cx="0" cy="0"/>
        </a:xfrm>
      </p:grpSpPr>
      <p:sp>
        <p:nvSpPr>
          <p:cNvPr id="584" name="Google Shape;584;p109"/>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85" name="Google Shape;585;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_1">
    <p:bg>
      <p:bgPr>
        <a:solidFill>
          <a:schemeClr val="dk1"/>
        </a:solidFill>
      </p:bgPr>
    </p:bg>
    <p:spTree>
      <p:nvGrpSpPr>
        <p:cNvPr id="586" name="Shape 586"/>
        <p:cNvGrpSpPr/>
        <p:nvPr/>
      </p:nvGrpSpPr>
      <p:grpSpPr>
        <a:xfrm>
          <a:off x="0" y="0"/>
          <a:ext cx="0" cy="0"/>
          <a:chOff x="0" y="0"/>
          <a:chExt cx="0" cy="0"/>
        </a:xfrm>
      </p:grpSpPr>
      <p:sp>
        <p:nvSpPr>
          <p:cNvPr id="587" name="Google Shape;587;p110"/>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88" name="Google Shape;588;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2">
  <p:cSld name="MAIN_POINT_1_1">
    <p:bg>
      <p:bgPr>
        <a:solidFill>
          <a:schemeClr val="lt1"/>
        </a:solidFill>
      </p:bgPr>
    </p:bg>
    <p:spTree>
      <p:nvGrpSpPr>
        <p:cNvPr id="589" name="Shape 589"/>
        <p:cNvGrpSpPr/>
        <p:nvPr/>
      </p:nvGrpSpPr>
      <p:grpSpPr>
        <a:xfrm>
          <a:off x="0" y="0"/>
          <a:ext cx="0" cy="0"/>
          <a:chOff x="0" y="0"/>
          <a:chExt cx="0" cy="0"/>
        </a:xfrm>
      </p:grpSpPr>
      <p:sp>
        <p:nvSpPr>
          <p:cNvPr id="590" name="Google Shape;590;p111"/>
          <p:cNvSpPr txBox="1"/>
          <p:nvPr>
            <p:ph type="title"/>
          </p:nvPr>
        </p:nvSpPr>
        <p:spPr>
          <a:xfrm>
            <a:off x="1368000" y="1903775"/>
            <a:ext cx="4574400" cy="991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2600"/>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91" name="Google Shape;591;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2" name="Google Shape;592;p111"/>
          <p:cNvSpPr txBox="1"/>
          <p:nvPr>
            <p:ph idx="2" type="title"/>
          </p:nvPr>
        </p:nvSpPr>
        <p:spPr>
          <a:xfrm>
            <a:off x="1368000" y="1402075"/>
            <a:ext cx="4574400" cy="538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a:solidFill>
                  <a:schemeClr val="accent4"/>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3">
  <p:cSld name="MAIN_POINT_1_1_1">
    <p:bg>
      <p:bgPr>
        <a:solidFill>
          <a:srgbClr val="C1C0CE"/>
        </a:solidFill>
      </p:bgPr>
    </p:bg>
    <p:spTree>
      <p:nvGrpSpPr>
        <p:cNvPr id="593" name="Shape 593"/>
        <p:cNvGrpSpPr/>
        <p:nvPr/>
      </p:nvGrpSpPr>
      <p:grpSpPr>
        <a:xfrm>
          <a:off x="0" y="0"/>
          <a:ext cx="0" cy="0"/>
          <a:chOff x="0" y="0"/>
          <a:chExt cx="0" cy="0"/>
        </a:xfrm>
      </p:grpSpPr>
      <p:sp>
        <p:nvSpPr>
          <p:cNvPr id="594" name="Google Shape;594;p112"/>
          <p:cNvSpPr txBox="1"/>
          <p:nvPr>
            <p:ph type="title"/>
          </p:nvPr>
        </p:nvSpPr>
        <p:spPr>
          <a:xfrm>
            <a:off x="1368000" y="1903775"/>
            <a:ext cx="4574400" cy="991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CFCFC"/>
              </a:buClr>
              <a:buSzPts val="4800"/>
              <a:buNone/>
              <a:defRPr sz="2600"/>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
        <p:nvSpPr>
          <p:cNvPr id="595" name="Google Shape;595;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112"/>
          <p:cNvSpPr txBox="1"/>
          <p:nvPr>
            <p:ph idx="2" type="title"/>
          </p:nvPr>
        </p:nvSpPr>
        <p:spPr>
          <a:xfrm>
            <a:off x="1368000" y="1402075"/>
            <a:ext cx="4574400" cy="538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CFCFC"/>
              </a:buClr>
              <a:buSzPts val="4800"/>
              <a:buNone/>
              <a:defRPr>
                <a:solidFill>
                  <a:schemeClr val="accent4"/>
                </a:solidFill>
              </a:defRPr>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CAPTION_ONLY">
    <p:bg>
      <p:bgPr>
        <a:solidFill>
          <a:schemeClr val="dk1"/>
        </a:solidFill>
      </p:bgPr>
    </p:bg>
    <p:spTree>
      <p:nvGrpSpPr>
        <p:cNvPr id="597" name="Shape 597"/>
        <p:cNvGrpSpPr/>
        <p:nvPr/>
      </p:nvGrpSpPr>
      <p:grpSpPr>
        <a:xfrm>
          <a:off x="0" y="0"/>
          <a:ext cx="0" cy="0"/>
          <a:chOff x="0" y="0"/>
          <a:chExt cx="0" cy="0"/>
        </a:xfrm>
      </p:grpSpPr>
      <p:sp>
        <p:nvSpPr>
          <p:cNvPr id="598" name="Google Shape;598;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113"/>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
    <p:bg>
      <p:bgPr>
        <a:solidFill>
          <a:schemeClr val="dk1"/>
        </a:solidFill>
      </p:bgPr>
    </p:bg>
    <p:spTree>
      <p:nvGrpSpPr>
        <p:cNvPr id="600" name="Shape 600"/>
        <p:cNvGrpSpPr/>
        <p:nvPr/>
      </p:nvGrpSpPr>
      <p:grpSpPr>
        <a:xfrm>
          <a:off x="0" y="0"/>
          <a:ext cx="0" cy="0"/>
          <a:chOff x="0" y="0"/>
          <a:chExt cx="0" cy="0"/>
        </a:xfrm>
      </p:grpSpPr>
      <p:sp>
        <p:nvSpPr>
          <p:cNvPr id="601" name="Google Shape;601;p114"/>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02" name="Google Shape;602;p114"/>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03" name="Google Shape;603;p114"/>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04" name="Google Shape;604;p114"/>
          <p:cNvSpPr/>
          <p:nvPr/>
        </p:nvSpPr>
        <p:spPr>
          <a:xfrm flipH="1">
            <a:off x="4572000" y="155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4_2">
    <p:bg>
      <p:bgPr>
        <a:solidFill>
          <a:schemeClr val="dk1"/>
        </a:solidFill>
      </p:bgPr>
    </p:bg>
    <p:spTree>
      <p:nvGrpSpPr>
        <p:cNvPr id="605" name="Shape 605"/>
        <p:cNvGrpSpPr/>
        <p:nvPr/>
      </p:nvGrpSpPr>
      <p:grpSpPr>
        <a:xfrm>
          <a:off x="0" y="0"/>
          <a:ext cx="0" cy="0"/>
          <a:chOff x="0" y="0"/>
          <a:chExt cx="0" cy="0"/>
        </a:xfrm>
      </p:grpSpPr>
      <p:sp>
        <p:nvSpPr>
          <p:cNvPr id="606" name="Google Shape;606;p115"/>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07" name="Google Shape;607;p115"/>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08" name="Google Shape;608;p115"/>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09" name="Google Shape;609;p115"/>
          <p:cNvSpPr/>
          <p:nvPr/>
        </p:nvSpPr>
        <p:spPr>
          <a:xfrm rot="10800000">
            <a:off x="457200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4_2_3">
    <p:bg>
      <p:bgPr>
        <a:solidFill>
          <a:schemeClr val="dk1"/>
        </a:solidFill>
      </p:bgPr>
    </p:bg>
    <p:spTree>
      <p:nvGrpSpPr>
        <p:cNvPr id="610" name="Shape 610"/>
        <p:cNvGrpSpPr/>
        <p:nvPr/>
      </p:nvGrpSpPr>
      <p:grpSpPr>
        <a:xfrm>
          <a:off x="0" y="0"/>
          <a:ext cx="0" cy="0"/>
          <a:chOff x="0" y="0"/>
          <a:chExt cx="0" cy="0"/>
        </a:xfrm>
      </p:grpSpPr>
      <p:sp>
        <p:nvSpPr>
          <p:cNvPr id="611" name="Google Shape;611;p116"/>
          <p:cNvSpPr txBox="1"/>
          <p:nvPr>
            <p:ph type="title"/>
          </p:nvPr>
        </p:nvSpPr>
        <p:spPr>
          <a:xfrm>
            <a:off x="5664225" y="3498125"/>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0" sz="8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12" name="Google Shape;612;p116"/>
          <p:cNvSpPr txBox="1"/>
          <p:nvPr>
            <p:ph idx="1" type="subTitle"/>
          </p:nvPr>
        </p:nvSpPr>
        <p:spPr>
          <a:xfrm>
            <a:off x="917425" y="2297475"/>
            <a:ext cx="3582900" cy="1349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800">
                <a:solidFill>
                  <a:schemeClr val="lt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13" name="Google Shape;613;p116"/>
          <p:cNvSpPr txBox="1"/>
          <p:nvPr>
            <p:ph idx="2" type="title"/>
          </p:nvPr>
        </p:nvSpPr>
        <p:spPr>
          <a:xfrm>
            <a:off x="5664225" y="3303400"/>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14" name="Google Shape;614;p116"/>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1">
  <p:cSld name="CUSTOM_4_2_2">
    <p:bg>
      <p:bgPr>
        <a:solidFill>
          <a:schemeClr val="dk1"/>
        </a:solidFill>
      </p:bgPr>
    </p:bg>
    <p:spTree>
      <p:nvGrpSpPr>
        <p:cNvPr id="615" name="Shape 615"/>
        <p:cNvGrpSpPr/>
        <p:nvPr/>
      </p:nvGrpSpPr>
      <p:grpSpPr>
        <a:xfrm>
          <a:off x="0" y="0"/>
          <a:ext cx="0" cy="0"/>
          <a:chOff x="0" y="0"/>
          <a:chExt cx="0" cy="0"/>
        </a:xfrm>
      </p:grpSpPr>
      <p:sp>
        <p:nvSpPr>
          <p:cNvPr id="616" name="Google Shape;616;p117"/>
          <p:cNvSpPr txBox="1"/>
          <p:nvPr>
            <p:ph type="title"/>
          </p:nvPr>
        </p:nvSpPr>
        <p:spPr>
          <a:xfrm>
            <a:off x="607200" y="1026550"/>
            <a:ext cx="3936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617" name="Google Shape;617;p117"/>
          <p:cNvSpPr txBox="1"/>
          <p:nvPr>
            <p:ph idx="1" type="body"/>
          </p:nvPr>
        </p:nvSpPr>
        <p:spPr>
          <a:xfrm>
            <a:off x="607200" y="1781025"/>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18" name="Google Shape;618;p117"/>
          <p:cNvSpPr txBox="1"/>
          <p:nvPr>
            <p:ph idx="2" type="body"/>
          </p:nvPr>
        </p:nvSpPr>
        <p:spPr>
          <a:xfrm>
            <a:off x="607200" y="2640250"/>
            <a:ext cx="3936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19" name="Google Shape;619;p117"/>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2">
  <p:cSld name="CUSTOM_4_2_2_1">
    <p:bg>
      <p:bgPr>
        <a:solidFill>
          <a:schemeClr val="dk1"/>
        </a:solidFill>
      </p:bgPr>
    </p:bg>
    <p:spTree>
      <p:nvGrpSpPr>
        <p:cNvPr id="620" name="Shape 620"/>
        <p:cNvGrpSpPr/>
        <p:nvPr/>
      </p:nvGrpSpPr>
      <p:grpSpPr>
        <a:xfrm>
          <a:off x="0" y="0"/>
          <a:ext cx="0" cy="0"/>
          <a:chOff x="0" y="0"/>
          <a:chExt cx="0" cy="0"/>
        </a:xfrm>
      </p:grpSpPr>
      <p:sp>
        <p:nvSpPr>
          <p:cNvPr id="621" name="Google Shape;621;p118"/>
          <p:cNvSpPr txBox="1"/>
          <p:nvPr>
            <p:ph type="title"/>
          </p:nvPr>
        </p:nvSpPr>
        <p:spPr>
          <a:xfrm>
            <a:off x="607200" y="1026550"/>
            <a:ext cx="3279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622" name="Google Shape;622;p118"/>
          <p:cNvSpPr txBox="1"/>
          <p:nvPr>
            <p:ph idx="1" type="body"/>
          </p:nvPr>
        </p:nvSpPr>
        <p:spPr>
          <a:xfrm>
            <a:off x="607200" y="1781025"/>
            <a:ext cx="3279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23" name="Google Shape;623;p118"/>
          <p:cNvSpPr txBox="1"/>
          <p:nvPr>
            <p:ph idx="2" type="body"/>
          </p:nvPr>
        </p:nvSpPr>
        <p:spPr>
          <a:xfrm>
            <a:off x="607200" y="2640250"/>
            <a:ext cx="3279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24" name="Google Shape;624;p118"/>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3">
  <p:cSld name="CUSTOM_4_2_2_1_2">
    <p:bg>
      <p:bgPr>
        <a:solidFill>
          <a:schemeClr val="dk1"/>
        </a:solidFill>
      </p:bgPr>
    </p:bg>
    <p:spTree>
      <p:nvGrpSpPr>
        <p:cNvPr id="625" name="Shape 625"/>
        <p:cNvGrpSpPr/>
        <p:nvPr/>
      </p:nvGrpSpPr>
      <p:grpSpPr>
        <a:xfrm>
          <a:off x="0" y="0"/>
          <a:ext cx="0" cy="0"/>
          <a:chOff x="0" y="0"/>
          <a:chExt cx="0" cy="0"/>
        </a:xfrm>
      </p:grpSpPr>
      <p:sp>
        <p:nvSpPr>
          <p:cNvPr id="626" name="Google Shape;626;p119"/>
          <p:cNvSpPr txBox="1"/>
          <p:nvPr>
            <p:ph type="title"/>
          </p:nvPr>
        </p:nvSpPr>
        <p:spPr>
          <a:xfrm flipH="1">
            <a:off x="5273700" y="1026550"/>
            <a:ext cx="32607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627" name="Google Shape;627;p119"/>
          <p:cNvSpPr txBox="1"/>
          <p:nvPr>
            <p:ph idx="1" type="body"/>
          </p:nvPr>
        </p:nvSpPr>
        <p:spPr>
          <a:xfrm flipH="1">
            <a:off x="5273700" y="1781025"/>
            <a:ext cx="326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28" name="Google Shape;628;p119"/>
          <p:cNvSpPr txBox="1"/>
          <p:nvPr>
            <p:ph idx="2" type="body"/>
          </p:nvPr>
        </p:nvSpPr>
        <p:spPr>
          <a:xfrm flipH="1">
            <a:off x="5273700" y="2640250"/>
            <a:ext cx="32607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629" name="Google Shape;629;p119"/>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4">
  <p:cSld name="CUSTOM_4_2_2_1_1">
    <p:bg>
      <p:bgPr>
        <a:solidFill>
          <a:schemeClr val="lt1"/>
        </a:solidFill>
      </p:bgPr>
    </p:bg>
    <p:spTree>
      <p:nvGrpSpPr>
        <p:cNvPr id="630" name="Shape 630"/>
        <p:cNvGrpSpPr/>
        <p:nvPr/>
      </p:nvGrpSpPr>
      <p:grpSpPr>
        <a:xfrm>
          <a:off x="0" y="0"/>
          <a:ext cx="0" cy="0"/>
          <a:chOff x="0" y="0"/>
          <a:chExt cx="0" cy="0"/>
        </a:xfrm>
      </p:grpSpPr>
      <p:sp>
        <p:nvSpPr>
          <p:cNvPr id="631" name="Google Shape;631;p120"/>
          <p:cNvSpPr txBox="1"/>
          <p:nvPr>
            <p:ph type="title"/>
          </p:nvPr>
        </p:nvSpPr>
        <p:spPr>
          <a:xfrm>
            <a:off x="607200" y="1026550"/>
            <a:ext cx="32766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632" name="Google Shape;632;p120"/>
          <p:cNvSpPr txBox="1"/>
          <p:nvPr>
            <p:ph idx="1" type="body"/>
          </p:nvPr>
        </p:nvSpPr>
        <p:spPr>
          <a:xfrm>
            <a:off x="607200" y="1781025"/>
            <a:ext cx="32766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33" name="Google Shape;633;p120"/>
          <p:cNvSpPr txBox="1"/>
          <p:nvPr>
            <p:ph idx="2" type="body"/>
          </p:nvPr>
        </p:nvSpPr>
        <p:spPr>
          <a:xfrm>
            <a:off x="607200" y="2640250"/>
            <a:ext cx="32766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34" name="Google Shape;634;p120"/>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5">
  <p:cSld name="CUSTOM_4_2_2_1_1_1">
    <p:bg>
      <p:bgPr>
        <a:solidFill>
          <a:schemeClr val="lt1"/>
        </a:solidFill>
      </p:bgPr>
    </p:bg>
    <p:spTree>
      <p:nvGrpSpPr>
        <p:cNvPr id="635" name="Shape 635"/>
        <p:cNvGrpSpPr/>
        <p:nvPr/>
      </p:nvGrpSpPr>
      <p:grpSpPr>
        <a:xfrm>
          <a:off x="0" y="0"/>
          <a:ext cx="0" cy="0"/>
          <a:chOff x="0" y="0"/>
          <a:chExt cx="0" cy="0"/>
        </a:xfrm>
      </p:grpSpPr>
      <p:sp>
        <p:nvSpPr>
          <p:cNvPr id="636" name="Google Shape;636;p121"/>
          <p:cNvSpPr txBox="1"/>
          <p:nvPr>
            <p:ph type="title"/>
          </p:nvPr>
        </p:nvSpPr>
        <p:spPr>
          <a:xfrm flipH="1">
            <a:off x="5254500" y="1026550"/>
            <a:ext cx="32799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637" name="Google Shape;637;p121"/>
          <p:cNvSpPr txBox="1"/>
          <p:nvPr>
            <p:ph idx="1" type="body"/>
          </p:nvPr>
        </p:nvSpPr>
        <p:spPr>
          <a:xfrm flipH="1">
            <a:off x="5254500" y="1781025"/>
            <a:ext cx="32799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38" name="Google Shape;638;p121"/>
          <p:cNvSpPr txBox="1"/>
          <p:nvPr>
            <p:ph idx="2" type="body"/>
          </p:nvPr>
        </p:nvSpPr>
        <p:spPr>
          <a:xfrm flipH="1">
            <a:off x="5254500" y="2640250"/>
            <a:ext cx="32799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39" name="Google Shape;639;p121"/>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6">
  <p:cSld name="CUSTOM_4_2_1">
    <p:bg>
      <p:bgPr>
        <a:solidFill>
          <a:schemeClr val="lt1"/>
        </a:solidFill>
      </p:bgPr>
    </p:bg>
    <p:spTree>
      <p:nvGrpSpPr>
        <p:cNvPr id="640" name="Shape 640"/>
        <p:cNvGrpSpPr/>
        <p:nvPr/>
      </p:nvGrpSpPr>
      <p:grpSpPr>
        <a:xfrm>
          <a:off x="0" y="0"/>
          <a:ext cx="0" cy="0"/>
          <a:chOff x="0" y="0"/>
          <a:chExt cx="0" cy="0"/>
        </a:xfrm>
      </p:grpSpPr>
      <p:sp>
        <p:nvSpPr>
          <p:cNvPr id="641" name="Google Shape;641;p122"/>
          <p:cNvSpPr txBox="1"/>
          <p:nvPr>
            <p:ph type="title"/>
          </p:nvPr>
        </p:nvSpPr>
        <p:spPr>
          <a:xfrm>
            <a:off x="5273704"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b="0" sz="10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642" name="Google Shape;642;p122"/>
          <p:cNvSpPr txBox="1"/>
          <p:nvPr>
            <p:ph idx="1" type="subTitle"/>
          </p:nvPr>
        </p:nvSpPr>
        <p:spPr>
          <a:xfrm>
            <a:off x="5273708"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400"/>
              <a:buNone/>
              <a:defRPr b="1">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43" name="Google Shape;643;p122"/>
          <p:cNvSpPr txBox="1"/>
          <p:nvPr>
            <p:ph idx="2" type="title"/>
          </p:nvPr>
        </p:nvSpPr>
        <p:spPr>
          <a:xfrm>
            <a:off x="5273704"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sz="11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644" name="Google Shape;644;p122"/>
          <p:cNvSpPr/>
          <p:nvPr/>
        </p:nvSpPr>
        <p:spPr>
          <a:xfrm>
            <a:off x="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 image 1">
  <p:cSld name="CUSTOM_4_2_1_1">
    <p:bg>
      <p:bgPr>
        <a:solidFill>
          <a:schemeClr val="lt1"/>
        </a:solidFill>
      </p:bgPr>
    </p:bg>
    <p:spTree>
      <p:nvGrpSpPr>
        <p:cNvPr id="645" name="Shape 645"/>
        <p:cNvGrpSpPr/>
        <p:nvPr/>
      </p:nvGrpSpPr>
      <p:grpSpPr>
        <a:xfrm>
          <a:off x="0" y="0"/>
          <a:ext cx="0" cy="0"/>
          <a:chOff x="0" y="0"/>
          <a:chExt cx="0" cy="0"/>
        </a:xfrm>
      </p:grpSpPr>
      <p:sp>
        <p:nvSpPr>
          <p:cNvPr id="646" name="Google Shape;646;p123"/>
          <p:cNvSpPr/>
          <p:nvPr/>
        </p:nvSpPr>
        <p:spPr>
          <a:xfrm>
            <a:off x="-5550" y="3237150"/>
            <a:ext cx="5035800" cy="19062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23"/>
          <p:cNvSpPr txBox="1"/>
          <p:nvPr>
            <p:ph idx="1" type="subTitle"/>
          </p:nvPr>
        </p:nvSpPr>
        <p:spPr>
          <a:xfrm>
            <a:off x="607200" y="3891285"/>
            <a:ext cx="3989100" cy="897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400"/>
              <a:buNone/>
              <a:defRPr b="1" sz="1200">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48" name="Google Shape;648;p12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9" name="Google Shape;649;p123"/>
          <p:cNvSpPr txBox="1"/>
          <p:nvPr>
            <p:ph idx="2" type="body"/>
          </p:nvPr>
        </p:nvSpPr>
        <p:spPr>
          <a:xfrm>
            <a:off x="607200" y="1626788"/>
            <a:ext cx="39360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 image 2">
  <p:cSld name="CUSTOM_4_2_1_1_1">
    <p:bg>
      <p:bgPr>
        <a:solidFill>
          <a:schemeClr val="lt1"/>
        </a:solidFill>
      </p:bgPr>
    </p:bg>
    <p:spTree>
      <p:nvGrpSpPr>
        <p:cNvPr id="650" name="Shape 650"/>
        <p:cNvGrpSpPr/>
        <p:nvPr/>
      </p:nvGrpSpPr>
      <p:grpSpPr>
        <a:xfrm>
          <a:off x="0" y="0"/>
          <a:ext cx="0" cy="0"/>
          <a:chOff x="0" y="0"/>
          <a:chExt cx="0" cy="0"/>
        </a:xfrm>
      </p:grpSpPr>
      <p:sp>
        <p:nvSpPr>
          <p:cNvPr id="651" name="Google Shape;651;p124"/>
          <p:cNvSpPr/>
          <p:nvPr/>
        </p:nvSpPr>
        <p:spPr>
          <a:xfrm>
            <a:off x="0" y="3237150"/>
            <a:ext cx="9144000" cy="19065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4"/>
          <p:cNvSpPr txBox="1"/>
          <p:nvPr>
            <p:ph idx="1" type="subTitle"/>
          </p:nvPr>
        </p:nvSpPr>
        <p:spPr>
          <a:xfrm>
            <a:off x="607200" y="3891285"/>
            <a:ext cx="3989100" cy="897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400"/>
              <a:buNone/>
              <a:defRPr b="1" sz="1200">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53" name="Google Shape;653;p12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4" name="Google Shape;654;p124"/>
          <p:cNvSpPr txBox="1"/>
          <p:nvPr>
            <p:ph idx="2" type="body"/>
          </p:nvPr>
        </p:nvSpPr>
        <p:spPr>
          <a:xfrm>
            <a:off x="607200" y="1626788"/>
            <a:ext cx="39360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CUSTOM_4_1">
    <p:bg>
      <p:bgPr>
        <a:solidFill>
          <a:schemeClr val="dk1"/>
        </a:solidFill>
      </p:bgPr>
    </p:bg>
    <p:spTree>
      <p:nvGrpSpPr>
        <p:cNvPr id="655" name="Shape 655"/>
        <p:cNvGrpSpPr/>
        <p:nvPr/>
      </p:nvGrpSpPr>
      <p:grpSpPr>
        <a:xfrm>
          <a:off x="0" y="0"/>
          <a:ext cx="0" cy="0"/>
          <a:chOff x="0" y="0"/>
          <a:chExt cx="0" cy="0"/>
        </a:xfrm>
      </p:grpSpPr>
      <p:sp>
        <p:nvSpPr>
          <p:cNvPr id="656" name="Google Shape;656;p125"/>
          <p:cNvSpPr txBox="1"/>
          <p:nvPr>
            <p:ph type="title"/>
          </p:nvPr>
        </p:nvSpPr>
        <p:spPr>
          <a:xfrm>
            <a:off x="917436" y="3711750"/>
            <a:ext cx="3609300" cy="415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sz="16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57" name="Google Shape;657;p125"/>
          <p:cNvSpPr txBox="1"/>
          <p:nvPr>
            <p:ph idx="1" type="subTitle"/>
          </p:nvPr>
        </p:nvSpPr>
        <p:spPr>
          <a:xfrm>
            <a:off x="917436" y="2384875"/>
            <a:ext cx="52635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2300">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8" name="Shape 658"/>
        <p:cNvGrpSpPr/>
        <p:nvPr/>
      </p:nvGrpSpPr>
      <p:grpSpPr>
        <a:xfrm>
          <a:off x="0" y="0"/>
          <a:ext cx="0" cy="0"/>
          <a:chOff x="0" y="0"/>
          <a:chExt cx="0" cy="0"/>
        </a:xfrm>
      </p:grpSpPr>
      <p:sp>
        <p:nvSpPr>
          <p:cNvPr id="659" name="Google Shape;659;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2">
    <p:bg>
      <p:bgPr>
        <a:solidFill>
          <a:schemeClr val="lt1"/>
        </a:solidFill>
      </p:bgPr>
    </p:bg>
    <p:spTree>
      <p:nvGrpSpPr>
        <p:cNvPr id="660" name="Shape 660"/>
        <p:cNvGrpSpPr/>
        <p:nvPr/>
      </p:nvGrpSpPr>
      <p:grpSpPr>
        <a:xfrm>
          <a:off x="0" y="0"/>
          <a:ext cx="0" cy="0"/>
          <a:chOff x="0" y="0"/>
          <a:chExt cx="0" cy="0"/>
        </a:xfrm>
      </p:grpSpPr>
      <p:sp>
        <p:nvSpPr>
          <p:cNvPr id="661" name="Google Shape;661;p127"/>
          <p:cNvSpPr/>
          <p:nvPr/>
        </p:nvSpPr>
        <p:spPr>
          <a:xfrm>
            <a:off x="0" y="1"/>
            <a:ext cx="9144000" cy="1152300"/>
          </a:xfrm>
          <a:prstGeom prst="rect">
            <a:avLst/>
          </a:prstGeom>
          <a:solidFill>
            <a:srgbClr val="121E48"/>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1800" u="none" cap="none" strike="noStrike">
              <a:solidFill>
                <a:schemeClr val="lt1"/>
              </a:solidFill>
              <a:latin typeface="Arial"/>
              <a:ea typeface="Arial"/>
              <a:cs typeface="Arial"/>
              <a:sym typeface="Arial"/>
            </a:endParaRPr>
          </a:p>
        </p:txBody>
      </p:sp>
      <p:sp>
        <p:nvSpPr>
          <p:cNvPr id="662" name="Google Shape;662;p12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1pPr>
            <a:lvl2pPr indent="0" lvl="1"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2pPr>
            <a:lvl3pPr indent="0" lvl="2"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3pPr>
            <a:lvl4pPr indent="0" lvl="3"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4pPr>
            <a:lvl5pPr indent="0" lvl="4"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5pPr>
            <a:lvl6pPr indent="0" lvl="5"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6pPr>
            <a:lvl7pPr indent="0" lvl="6"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7pPr>
            <a:lvl8pPr indent="0" lvl="7"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8pPr>
            <a:lvl9pPr indent="0" lvl="8" marL="0" marR="0" rtl="0" algn="r">
              <a:lnSpc>
                <a:spcPct val="100000"/>
              </a:lnSpc>
              <a:spcBef>
                <a:spcPts val="0"/>
              </a:spcBef>
              <a:spcAft>
                <a:spcPts val="0"/>
              </a:spcAft>
              <a:buClr>
                <a:schemeClr val="dk1"/>
              </a:buClr>
              <a:buSzPts val="1400"/>
              <a:buFont typeface="Merriweather Sans"/>
              <a:buNone/>
              <a:defRPr b="0" i="0" sz="1400" u="none" cap="none" strike="noStrike">
                <a:solidFill>
                  <a:schemeClr val="dk1"/>
                </a:solidFill>
                <a:latin typeface="Merriweather Sans"/>
                <a:ea typeface="Merriweather Sans"/>
                <a:cs typeface="Merriweather Sans"/>
                <a:sym typeface="Merriweather Sans"/>
              </a:defRPr>
            </a:lvl9pPr>
          </a:lstStyle>
          <a:p>
            <a:pPr indent="0" lvl="0" marL="0" rtl="0" algn="r">
              <a:spcBef>
                <a:spcPts val="0"/>
              </a:spcBef>
              <a:spcAft>
                <a:spcPts val="0"/>
              </a:spcAft>
              <a:buNone/>
            </a:pPr>
            <a:fld id="{00000000-1234-1234-1234-123412341234}" type="slidenum">
              <a:rPr lang="en"/>
              <a:t>‹#›</a:t>
            </a:fld>
            <a:endParaRPr/>
          </a:p>
        </p:txBody>
      </p:sp>
      <p:sp>
        <p:nvSpPr>
          <p:cNvPr id="663" name="Google Shape;663;p127"/>
          <p:cNvSpPr/>
          <p:nvPr/>
        </p:nvSpPr>
        <p:spPr>
          <a:xfrm>
            <a:off x="0" y="1090832"/>
            <a:ext cx="9144000" cy="94200"/>
          </a:xfrm>
          <a:prstGeom prst="rect">
            <a:avLst/>
          </a:prstGeom>
          <a:solidFill>
            <a:srgbClr val="1CD2AB"/>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1800" u="none" cap="none" strike="noStrike">
              <a:solidFill>
                <a:schemeClr val="lt1"/>
              </a:solidFill>
              <a:latin typeface="Arial"/>
              <a:ea typeface="Arial"/>
              <a:cs typeface="Arial"/>
              <a:sym typeface="Arial"/>
            </a:endParaRPr>
          </a:p>
        </p:txBody>
      </p:sp>
      <p:sp>
        <p:nvSpPr>
          <p:cNvPr id="664" name="Google Shape;664;p127"/>
          <p:cNvSpPr txBox="1"/>
          <p:nvPr>
            <p:ph type="title"/>
          </p:nvPr>
        </p:nvSpPr>
        <p:spPr>
          <a:xfrm>
            <a:off x="311700" y="445025"/>
            <a:ext cx="8520600" cy="572700"/>
          </a:xfrm>
          <a:prstGeom prst="rect">
            <a:avLst/>
          </a:prstGeom>
          <a:noFill/>
          <a:ln>
            <a:noFill/>
          </a:ln>
        </p:spPr>
        <p:txBody>
          <a:bodyPr anchorCtr="0" anchor="t" bIns="68575" lIns="108000" spcFirstLastPara="1" rIns="68575" wrap="square" tIns="68575">
            <a:noAutofit/>
          </a:bodyPr>
          <a:lstStyle>
            <a:lvl1pPr lvl="0" marR="0" rtl="0" algn="l">
              <a:lnSpc>
                <a:spcPct val="90000"/>
              </a:lnSpc>
              <a:spcBef>
                <a:spcPts val="0"/>
              </a:spcBef>
              <a:spcAft>
                <a:spcPts val="0"/>
              </a:spcAft>
              <a:buClr>
                <a:schemeClr val="lt1"/>
              </a:buClr>
              <a:buSzPts val="2100"/>
              <a:buFont typeface="Merriweather Sans"/>
              <a:buNone/>
              <a:defRPr b="1" i="0" sz="3600" u="none" cap="none" strike="noStrike">
                <a:solidFill>
                  <a:srgbClr val="1CD2AD"/>
                </a:solidFill>
                <a:latin typeface="Merriweather"/>
                <a:ea typeface="Merriweather"/>
                <a:cs typeface="Merriweather"/>
                <a:sym typeface="Merriweather"/>
              </a:defRPr>
            </a:lvl1pPr>
            <a:lvl2pPr lvl="1"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100"/>
              <a:buFont typeface="Arial"/>
              <a:buNone/>
              <a:defRPr b="0" i="0" sz="1400" u="none" cap="none" strike="noStrike">
                <a:solidFill>
                  <a:srgbClr val="000000"/>
                </a:solidFill>
                <a:latin typeface="Arial"/>
                <a:ea typeface="Arial"/>
                <a:cs typeface="Arial"/>
                <a:sym typeface="Arial"/>
              </a:defRPr>
            </a:lvl9pPr>
          </a:lstStyle>
          <a:p/>
        </p:txBody>
      </p:sp>
      <p:sp>
        <p:nvSpPr>
          <p:cNvPr id="665" name="Google Shape;665;p127"/>
          <p:cNvSpPr txBox="1"/>
          <p:nvPr>
            <p:ph idx="1" type="body"/>
          </p:nvPr>
        </p:nvSpPr>
        <p:spPr>
          <a:xfrm>
            <a:off x="311700" y="78178"/>
            <a:ext cx="8520600" cy="316800"/>
          </a:xfrm>
          <a:prstGeom prst="rect">
            <a:avLst/>
          </a:prstGeom>
          <a:noFill/>
          <a:ln>
            <a:noFill/>
          </a:ln>
        </p:spPr>
        <p:txBody>
          <a:bodyPr anchorCtr="0" anchor="ctr" bIns="0" lIns="0" spcFirstLastPara="1" rIns="0" wrap="square" tIns="0">
            <a:noAutofit/>
          </a:bodyPr>
          <a:lstStyle>
            <a:lvl1pPr indent="-228600" lvl="0" marL="457200" marR="0" rtl="0" algn="l">
              <a:lnSpc>
                <a:spcPct val="90000"/>
              </a:lnSpc>
              <a:spcBef>
                <a:spcPts val="0"/>
              </a:spcBef>
              <a:spcAft>
                <a:spcPts val="0"/>
              </a:spcAft>
              <a:buClr>
                <a:srgbClr val="121E48"/>
              </a:buClr>
              <a:buSzPts val="1400"/>
              <a:buFont typeface="Arial"/>
              <a:buNone/>
              <a:defRPr b="0" i="0" sz="1600" u="none" cap="none" strike="noStrike">
                <a:solidFill>
                  <a:schemeClr val="lt1"/>
                </a:solidFill>
                <a:latin typeface="Merriweather Sans"/>
                <a:ea typeface="Merriweather Sans"/>
                <a:cs typeface="Merriweather Sans"/>
                <a:sym typeface="Merriweather Sans"/>
              </a:defRPr>
            </a:lvl1pPr>
            <a:lvl2pPr indent="-298450" lvl="1" marL="914400" marR="0" rtl="0" algn="l">
              <a:lnSpc>
                <a:spcPct val="90000"/>
              </a:lnSpc>
              <a:spcBef>
                <a:spcPts val="1600"/>
              </a:spcBef>
              <a:spcAft>
                <a:spcPts val="0"/>
              </a:spcAft>
              <a:buClr>
                <a:schemeClr val="dk1"/>
              </a:buClr>
              <a:buSzPts val="1100"/>
              <a:buFont typeface="Arial"/>
              <a:buChar char="○"/>
              <a:defRPr b="0" i="0" sz="1800" u="none" cap="none" strike="noStrike">
                <a:solidFill>
                  <a:schemeClr val="dk1"/>
                </a:solidFill>
                <a:latin typeface="Merriweather Sans"/>
                <a:ea typeface="Merriweather Sans"/>
                <a:cs typeface="Merriweather Sans"/>
                <a:sym typeface="Merriweather Sans"/>
              </a:defRPr>
            </a:lvl2pPr>
            <a:lvl3pPr indent="-298450" lvl="2" marL="1371600" marR="0" rtl="0" algn="l">
              <a:lnSpc>
                <a:spcPct val="90000"/>
              </a:lnSpc>
              <a:spcBef>
                <a:spcPts val="1600"/>
              </a:spcBef>
              <a:spcAft>
                <a:spcPts val="0"/>
              </a:spcAft>
              <a:buClr>
                <a:schemeClr val="dk1"/>
              </a:buClr>
              <a:buSzPts val="1100"/>
              <a:buFont typeface="Arial"/>
              <a:buChar char="■"/>
              <a:defRPr b="0" i="0" sz="1500" u="none" cap="none" strike="noStrike">
                <a:solidFill>
                  <a:schemeClr val="dk1"/>
                </a:solidFill>
                <a:latin typeface="Merriweather Sans"/>
                <a:ea typeface="Merriweather Sans"/>
                <a:cs typeface="Merriweather Sans"/>
                <a:sym typeface="Merriweather Sans"/>
              </a:defRPr>
            </a:lvl3pPr>
            <a:lvl4pPr indent="-298450" lvl="3" marL="1828800" marR="0" rtl="0" algn="l">
              <a:lnSpc>
                <a:spcPct val="90000"/>
              </a:lnSpc>
              <a:spcBef>
                <a:spcPts val="1600"/>
              </a:spcBef>
              <a:spcAft>
                <a:spcPts val="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4pPr>
            <a:lvl5pPr indent="-298450" lvl="4" marL="2286000" marR="0" rtl="0" algn="l">
              <a:lnSpc>
                <a:spcPct val="90000"/>
              </a:lnSpc>
              <a:spcBef>
                <a:spcPts val="1600"/>
              </a:spcBef>
              <a:spcAft>
                <a:spcPts val="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5pPr>
            <a:lvl6pPr indent="-298450" lvl="5" marL="2743200" marR="0" rtl="0" algn="l">
              <a:lnSpc>
                <a:spcPct val="90000"/>
              </a:lnSpc>
              <a:spcBef>
                <a:spcPts val="1600"/>
              </a:spcBef>
              <a:spcAft>
                <a:spcPts val="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6pPr>
            <a:lvl7pPr indent="-298450" lvl="6" marL="3200400" marR="0" rtl="0" algn="l">
              <a:lnSpc>
                <a:spcPct val="90000"/>
              </a:lnSpc>
              <a:spcBef>
                <a:spcPts val="1600"/>
              </a:spcBef>
              <a:spcAft>
                <a:spcPts val="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7pPr>
            <a:lvl8pPr indent="-298450" lvl="7" marL="3657600" marR="0" rtl="0" algn="l">
              <a:lnSpc>
                <a:spcPct val="90000"/>
              </a:lnSpc>
              <a:spcBef>
                <a:spcPts val="1600"/>
              </a:spcBef>
              <a:spcAft>
                <a:spcPts val="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8pPr>
            <a:lvl9pPr indent="-298450" lvl="8" marL="4114800" marR="0" rtl="0" algn="l">
              <a:lnSpc>
                <a:spcPct val="90000"/>
              </a:lnSpc>
              <a:spcBef>
                <a:spcPts val="1600"/>
              </a:spcBef>
              <a:spcAft>
                <a:spcPts val="1600"/>
              </a:spcAft>
              <a:buClr>
                <a:schemeClr val="dk1"/>
              </a:buClr>
              <a:buSzPts val="1100"/>
              <a:buFont typeface="Arial"/>
              <a:buChar char="■"/>
              <a:defRPr b="0" i="0" sz="1400" u="none" cap="none" strike="noStrike">
                <a:solidFill>
                  <a:schemeClr val="dk1"/>
                </a:solidFill>
                <a:latin typeface="Merriweather Sans"/>
                <a:ea typeface="Merriweather Sans"/>
                <a:cs typeface="Merriweather Sans"/>
                <a:sym typeface="Merriweather Sa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670" name="Shape 670"/>
        <p:cNvGrpSpPr/>
        <p:nvPr/>
      </p:nvGrpSpPr>
      <p:grpSpPr>
        <a:xfrm>
          <a:off x="0" y="0"/>
          <a:ext cx="0" cy="0"/>
          <a:chOff x="0" y="0"/>
          <a:chExt cx="0" cy="0"/>
        </a:xfrm>
      </p:grpSpPr>
      <p:sp>
        <p:nvSpPr>
          <p:cNvPr id="671" name="Google Shape;671;p129"/>
          <p:cNvSpPr txBox="1"/>
          <p:nvPr>
            <p:ph type="ctrTitle"/>
          </p:nvPr>
        </p:nvSpPr>
        <p:spPr>
          <a:xfrm>
            <a:off x="1721411" y="1305136"/>
            <a:ext cx="5739900" cy="20526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72" name="Google Shape;672;p129"/>
          <p:cNvSpPr txBox="1"/>
          <p:nvPr>
            <p:ph idx="1" type="subTitle"/>
          </p:nvPr>
        </p:nvSpPr>
        <p:spPr>
          <a:xfrm>
            <a:off x="297030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73" name="Google Shape;673;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TITLE_1">
    <p:bg>
      <p:bgPr>
        <a:solidFill>
          <a:schemeClr val="lt1"/>
        </a:solidFill>
      </p:bgPr>
    </p:bg>
    <p:spTree>
      <p:nvGrpSpPr>
        <p:cNvPr id="674" name="Shape 674"/>
        <p:cNvGrpSpPr/>
        <p:nvPr/>
      </p:nvGrpSpPr>
      <p:grpSpPr>
        <a:xfrm>
          <a:off x="0" y="0"/>
          <a:ext cx="0" cy="0"/>
          <a:chOff x="0" y="0"/>
          <a:chExt cx="0" cy="0"/>
        </a:xfrm>
      </p:grpSpPr>
      <p:sp>
        <p:nvSpPr>
          <p:cNvPr id="675" name="Google Shape;675;p130"/>
          <p:cNvSpPr txBox="1"/>
          <p:nvPr>
            <p:ph type="ctrTitle"/>
          </p:nvPr>
        </p:nvSpPr>
        <p:spPr>
          <a:xfrm>
            <a:off x="1702050" y="1965626"/>
            <a:ext cx="5739900" cy="12087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76" name="Google Shape;676;p130"/>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800"/>
              <a:buNone/>
              <a:defRPr>
                <a:solidFill>
                  <a:schemeClr val="dk1"/>
                </a:solidFill>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677" name="Google Shape;677;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8" name="Google Shape;678;p130"/>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TITLE_1_1">
    <p:bg>
      <p:bgPr>
        <a:solidFill>
          <a:schemeClr val="dk1"/>
        </a:solidFill>
      </p:bgPr>
    </p:bg>
    <p:spTree>
      <p:nvGrpSpPr>
        <p:cNvPr id="679" name="Shape 679"/>
        <p:cNvGrpSpPr/>
        <p:nvPr/>
      </p:nvGrpSpPr>
      <p:grpSpPr>
        <a:xfrm>
          <a:off x="0" y="0"/>
          <a:ext cx="0" cy="0"/>
          <a:chOff x="0" y="0"/>
          <a:chExt cx="0" cy="0"/>
        </a:xfrm>
      </p:grpSpPr>
      <p:sp>
        <p:nvSpPr>
          <p:cNvPr id="680" name="Google Shape;680;p131"/>
          <p:cNvSpPr txBox="1"/>
          <p:nvPr>
            <p:ph type="ctrTitle"/>
          </p:nvPr>
        </p:nvSpPr>
        <p:spPr>
          <a:xfrm>
            <a:off x="1702050" y="1977268"/>
            <a:ext cx="5739900" cy="12069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81" name="Google Shape;681;p131"/>
          <p:cNvSpPr txBox="1"/>
          <p:nvPr>
            <p:ph idx="1" type="subTitle"/>
          </p:nvPr>
        </p:nvSpPr>
        <p:spPr>
          <a:xfrm>
            <a:off x="294615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82" name="Google Shape;682;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3" name="Google Shape;683;p131"/>
          <p:cNvSpPr txBox="1"/>
          <p:nvPr>
            <p:ph hasCustomPrompt="1" idx="2" type="title"/>
          </p:nvPr>
        </p:nvSpPr>
        <p:spPr>
          <a:xfrm>
            <a:off x="3819900" y="1231501"/>
            <a:ext cx="15042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4" name="Shape 684"/>
        <p:cNvGrpSpPr/>
        <p:nvPr/>
      </p:nvGrpSpPr>
      <p:grpSpPr>
        <a:xfrm>
          <a:off x="0" y="0"/>
          <a:ext cx="0" cy="0"/>
          <a:chOff x="0" y="0"/>
          <a:chExt cx="0" cy="0"/>
        </a:xfrm>
      </p:grpSpPr>
      <p:sp>
        <p:nvSpPr>
          <p:cNvPr id="685" name="Google Shape;685;p1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86" name="Google Shape;686;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p:cSld name="CUSTOM">
    <p:spTree>
      <p:nvGrpSpPr>
        <p:cNvPr id="687" name="Shape 687"/>
        <p:cNvGrpSpPr/>
        <p:nvPr/>
      </p:nvGrpSpPr>
      <p:grpSpPr>
        <a:xfrm>
          <a:off x="0" y="0"/>
          <a:ext cx="0" cy="0"/>
          <a:chOff x="0" y="0"/>
          <a:chExt cx="0" cy="0"/>
        </a:xfrm>
      </p:grpSpPr>
      <p:sp>
        <p:nvSpPr>
          <p:cNvPr id="688" name="Google Shape;688;p133"/>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9" name="Google Shape;689;p133"/>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2">
  <p:cSld name="CUSTOM_8">
    <p:spTree>
      <p:nvGrpSpPr>
        <p:cNvPr id="690" name="Shape 690"/>
        <p:cNvGrpSpPr/>
        <p:nvPr/>
      </p:nvGrpSpPr>
      <p:grpSpPr>
        <a:xfrm>
          <a:off x="0" y="0"/>
          <a:ext cx="0" cy="0"/>
          <a:chOff x="0" y="0"/>
          <a:chExt cx="0" cy="0"/>
        </a:xfrm>
      </p:grpSpPr>
      <p:sp>
        <p:nvSpPr>
          <p:cNvPr id="691" name="Google Shape;691;p13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2" name="Google Shape;692;p134"/>
          <p:cNvSpPr txBox="1"/>
          <p:nvPr>
            <p:ph idx="1" type="body"/>
          </p:nvPr>
        </p:nvSpPr>
        <p:spPr>
          <a:xfrm>
            <a:off x="3266600" y="2197604"/>
            <a:ext cx="3936000" cy="99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 picture">
  <p:cSld name="CUSTOM_2">
    <p:spTree>
      <p:nvGrpSpPr>
        <p:cNvPr id="693" name="Shape 693"/>
        <p:cNvGrpSpPr/>
        <p:nvPr/>
      </p:nvGrpSpPr>
      <p:grpSpPr>
        <a:xfrm>
          <a:off x="0" y="0"/>
          <a:ext cx="0" cy="0"/>
          <a:chOff x="0" y="0"/>
          <a:chExt cx="0" cy="0"/>
        </a:xfrm>
      </p:grpSpPr>
      <p:sp>
        <p:nvSpPr>
          <p:cNvPr id="694" name="Google Shape;694;p13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135"/>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one column">
  <p:cSld name="CUSTOM_1">
    <p:spTree>
      <p:nvGrpSpPr>
        <p:cNvPr id="696" name="Shape 696"/>
        <p:cNvGrpSpPr/>
        <p:nvPr/>
      </p:nvGrpSpPr>
      <p:grpSpPr>
        <a:xfrm>
          <a:off x="0" y="0"/>
          <a:ext cx="0" cy="0"/>
          <a:chOff x="0" y="0"/>
          <a:chExt cx="0" cy="0"/>
        </a:xfrm>
      </p:grpSpPr>
      <p:sp>
        <p:nvSpPr>
          <p:cNvPr id="697" name="Google Shape;697;p13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8" name="Google Shape;698;p136"/>
          <p:cNvSpPr txBox="1"/>
          <p:nvPr>
            <p:ph idx="1" type="body"/>
          </p:nvPr>
        </p:nvSpPr>
        <p:spPr>
          <a:xfrm>
            <a:off x="607200" y="1764944"/>
            <a:ext cx="3936000" cy="77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99" name="Google Shape;699;p136"/>
          <p:cNvSpPr txBox="1"/>
          <p:nvPr>
            <p:ph idx="2" type="body"/>
          </p:nvPr>
        </p:nvSpPr>
        <p:spPr>
          <a:xfrm>
            <a:off x="607200" y="2646644"/>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list">
  <p:cSld name="CUSTOM_1_2">
    <p:spTree>
      <p:nvGrpSpPr>
        <p:cNvPr id="700" name="Shape 700"/>
        <p:cNvGrpSpPr/>
        <p:nvPr/>
      </p:nvGrpSpPr>
      <p:grpSpPr>
        <a:xfrm>
          <a:off x="0" y="0"/>
          <a:ext cx="0" cy="0"/>
          <a:chOff x="0" y="0"/>
          <a:chExt cx="0" cy="0"/>
        </a:xfrm>
      </p:grpSpPr>
      <p:sp>
        <p:nvSpPr>
          <p:cNvPr id="701" name="Google Shape;701;p137"/>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2" name="Google Shape;702;p137"/>
          <p:cNvSpPr txBox="1"/>
          <p:nvPr>
            <p:ph idx="1" type="body"/>
          </p:nvPr>
        </p:nvSpPr>
        <p:spPr>
          <a:xfrm>
            <a:off x="607200" y="1789698"/>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03" name="Google Shape;703;p137"/>
          <p:cNvSpPr txBox="1"/>
          <p:nvPr>
            <p:ph idx="2" type="body"/>
          </p:nvPr>
        </p:nvSpPr>
        <p:spPr>
          <a:xfrm>
            <a:off x="607200" y="2983598"/>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bullet point">
  <p:cSld name="CUSTOM_1_2_1">
    <p:spTree>
      <p:nvGrpSpPr>
        <p:cNvPr id="704" name="Shape 704"/>
        <p:cNvGrpSpPr/>
        <p:nvPr/>
      </p:nvGrpSpPr>
      <p:grpSpPr>
        <a:xfrm>
          <a:off x="0" y="0"/>
          <a:ext cx="0" cy="0"/>
          <a:chOff x="0" y="0"/>
          <a:chExt cx="0" cy="0"/>
        </a:xfrm>
      </p:grpSpPr>
      <p:sp>
        <p:nvSpPr>
          <p:cNvPr id="705" name="Google Shape;705;p138"/>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6" name="Google Shape;706;p138"/>
          <p:cNvSpPr txBox="1"/>
          <p:nvPr>
            <p:ph idx="1" type="body"/>
          </p:nvPr>
        </p:nvSpPr>
        <p:spPr>
          <a:xfrm>
            <a:off x="607200" y="1788194"/>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07" name="Google Shape;707;p138"/>
          <p:cNvSpPr txBox="1"/>
          <p:nvPr>
            <p:ph idx="2" type="body"/>
          </p:nvPr>
        </p:nvSpPr>
        <p:spPr>
          <a:xfrm>
            <a:off x="607200" y="2982094"/>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list">
  <p:cSld name="CUSTOM_1_1">
    <p:spTree>
      <p:nvGrpSpPr>
        <p:cNvPr id="708" name="Shape 708"/>
        <p:cNvGrpSpPr/>
        <p:nvPr/>
      </p:nvGrpSpPr>
      <p:grpSpPr>
        <a:xfrm>
          <a:off x="0" y="0"/>
          <a:ext cx="0" cy="0"/>
          <a:chOff x="0" y="0"/>
          <a:chExt cx="0" cy="0"/>
        </a:xfrm>
      </p:grpSpPr>
      <p:sp>
        <p:nvSpPr>
          <p:cNvPr id="709" name="Google Shape;709;p139"/>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0" name="Google Shape;710;p139"/>
          <p:cNvSpPr txBox="1"/>
          <p:nvPr>
            <p:ph idx="1" type="body"/>
          </p:nvPr>
        </p:nvSpPr>
        <p:spPr>
          <a:xfrm>
            <a:off x="607200" y="1765610"/>
            <a:ext cx="3936000" cy="2673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1">
  <p:cSld name="CUSTOM_1_1_1">
    <p:spTree>
      <p:nvGrpSpPr>
        <p:cNvPr id="711" name="Shape 711"/>
        <p:cNvGrpSpPr/>
        <p:nvPr/>
      </p:nvGrpSpPr>
      <p:grpSpPr>
        <a:xfrm>
          <a:off x="0" y="0"/>
          <a:ext cx="0" cy="0"/>
          <a:chOff x="0" y="0"/>
          <a:chExt cx="0" cy="0"/>
        </a:xfrm>
      </p:grpSpPr>
      <p:sp>
        <p:nvSpPr>
          <p:cNvPr id="712" name="Google Shape;712;p140"/>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3" name="Google Shape;713;p140"/>
          <p:cNvSpPr txBox="1"/>
          <p:nvPr>
            <p:ph idx="1" type="body"/>
          </p:nvPr>
        </p:nvSpPr>
        <p:spPr>
          <a:xfrm>
            <a:off x="607200" y="1765607"/>
            <a:ext cx="3936000" cy="266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p:cSld name="CUSTOM_1_1_1_1">
    <p:spTree>
      <p:nvGrpSpPr>
        <p:cNvPr id="714" name="Shape 714"/>
        <p:cNvGrpSpPr/>
        <p:nvPr/>
      </p:nvGrpSpPr>
      <p:grpSpPr>
        <a:xfrm>
          <a:off x="0" y="0"/>
          <a:ext cx="0" cy="0"/>
          <a:chOff x="0" y="0"/>
          <a:chExt cx="0" cy="0"/>
        </a:xfrm>
      </p:grpSpPr>
      <p:sp>
        <p:nvSpPr>
          <p:cNvPr id="715" name="Google Shape;715;p141"/>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6" name="Google Shape;716;p141"/>
          <p:cNvSpPr txBox="1"/>
          <p:nvPr>
            <p:ph idx="1" type="body"/>
          </p:nvPr>
        </p:nvSpPr>
        <p:spPr>
          <a:xfrm>
            <a:off x="607200" y="1565350"/>
            <a:ext cx="4607400" cy="3042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717" name="Shape 717"/>
        <p:cNvGrpSpPr/>
        <p:nvPr/>
      </p:nvGrpSpPr>
      <p:grpSpPr>
        <a:xfrm>
          <a:off x="0" y="0"/>
          <a:ext cx="0" cy="0"/>
          <a:chOff x="0" y="0"/>
          <a:chExt cx="0" cy="0"/>
        </a:xfrm>
      </p:grpSpPr>
      <p:sp>
        <p:nvSpPr>
          <p:cNvPr id="718" name="Google Shape;718;p142"/>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9" name="Google Shape;719;p142"/>
          <p:cNvSpPr txBox="1"/>
          <p:nvPr>
            <p:ph idx="1" type="body"/>
          </p:nvPr>
        </p:nvSpPr>
        <p:spPr>
          <a:xfrm>
            <a:off x="607200" y="1765237"/>
            <a:ext cx="3290700" cy="1208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20" name="Google Shape;720;p1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 picture">
  <p:cSld name="TITLE_AND_BODY_1">
    <p:spTree>
      <p:nvGrpSpPr>
        <p:cNvPr id="721" name="Shape 721"/>
        <p:cNvGrpSpPr/>
        <p:nvPr/>
      </p:nvGrpSpPr>
      <p:grpSpPr>
        <a:xfrm>
          <a:off x="0" y="0"/>
          <a:ext cx="0" cy="0"/>
          <a:chOff x="0" y="0"/>
          <a:chExt cx="0" cy="0"/>
        </a:xfrm>
      </p:grpSpPr>
      <p:sp>
        <p:nvSpPr>
          <p:cNvPr id="722" name="Google Shape;722;p143"/>
          <p:cNvSpPr txBox="1"/>
          <p:nvPr>
            <p:ph type="title"/>
          </p:nvPr>
        </p:nvSpPr>
        <p:spPr>
          <a:xfrm>
            <a:off x="607200" y="1026550"/>
            <a:ext cx="3936000" cy="5394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3" name="Google Shape;723;p143"/>
          <p:cNvSpPr txBox="1"/>
          <p:nvPr>
            <p:ph idx="1" type="body"/>
          </p:nvPr>
        </p:nvSpPr>
        <p:spPr>
          <a:xfrm>
            <a:off x="607200" y="1765200"/>
            <a:ext cx="3936000" cy="2838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
        <p:nvSpPr>
          <p:cNvPr id="724" name="Google Shape;724;p1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ext and list">
  <p:cSld name="TITLE_AND_BODY_1_1">
    <p:spTree>
      <p:nvGrpSpPr>
        <p:cNvPr id="725" name="Shape 725"/>
        <p:cNvGrpSpPr/>
        <p:nvPr/>
      </p:nvGrpSpPr>
      <p:grpSpPr>
        <a:xfrm>
          <a:off x="0" y="0"/>
          <a:ext cx="0" cy="0"/>
          <a:chOff x="0" y="0"/>
          <a:chExt cx="0" cy="0"/>
        </a:xfrm>
      </p:grpSpPr>
      <p:sp>
        <p:nvSpPr>
          <p:cNvPr id="726" name="Google Shape;726;p14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7" name="Google Shape;727;p1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28" name="Google Shape;728;p144"/>
          <p:cNvSpPr txBox="1"/>
          <p:nvPr>
            <p:ph idx="1" type="body"/>
          </p:nvPr>
        </p:nvSpPr>
        <p:spPr>
          <a:xfrm>
            <a:off x="607200" y="1781026"/>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29" name="Google Shape;729;p144"/>
          <p:cNvSpPr txBox="1"/>
          <p:nvPr>
            <p:ph idx="2" type="body"/>
          </p:nvPr>
        </p:nvSpPr>
        <p:spPr>
          <a:xfrm>
            <a:off x="607200" y="2640259"/>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USTOM_3">
    <p:spTree>
      <p:nvGrpSpPr>
        <p:cNvPr id="730" name="Shape 730"/>
        <p:cNvGrpSpPr/>
        <p:nvPr/>
      </p:nvGrpSpPr>
      <p:grpSpPr>
        <a:xfrm>
          <a:off x="0" y="0"/>
          <a:ext cx="0" cy="0"/>
          <a:chOff x="0" y="0"/>
          <a:chExt cx="0" cy="0"/>
        </a:xfrm>
      </p:grpSpPr>
      <p:sp>
        <p:nvSpPr>
          <p:cNvPr id="731" name="Google Shape;731;p14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2" name="Google Shape;732;p145"/>
          <p:cNvSpPr txBox="1"/>
          <p:nvPr>
            <p:ph idx="1" type="body"/>
          </p:nvPr>
        </p:nvSpPr>
        <p:spPr>
          <a:xfrm>
            <a:off x="60720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33" name="Google Shape;733;p145"/>
          <p:cNvSpPr txBox="1"/>
          <p:nvPr>
            <p:ph idx="2" type="body"/>
          </p:nvPr>
        </p:nvSpPr>
        <p:spPr>
          <a:xfrm>
            <a:off x="607200"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34" name="Google Shape;734;p145"/>
          <p:cNvSpPr txBox="1"/>
          <p:nvPr>
            <p:ph idx="3" type="body"/>
          </p:nvPr>
        </p:nvSpPr>
        <p:spPr>
          <a:xfrm>
            <a:off x="458513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35" name="Google Shape;735;p145"/>
          <p:cNvSpPr txBox="1"/>
          <p:nvPr>
            <p:ph idx="4" type="body"/>
          </p:nvPr>
        </p:nvSpPr>
        <p:spPr>
          <a:xfrm>
            <a:off x="4585128"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USTOM_3_1">
    <p:spTree>
      <p:nvGrpSpPr>
        <p:cNvPr id="736" name="Shape 736"/>
        <p:cNvGrpSpPr/>
        <p:nvPr/>
      </p:nvGrpSpPr>
      <p:grpSpPr>
        <a:xfrm>
          <a:off x="0" y="0"/>
          <a:ext cx="0" cy="0"/>
          <a:chOff x="0" y="0"/>
          <a:chExt cx="0" cy="0"/>
        </a:xfrm>
      </p:grpSpPr>
      <p:sp>
        <p:nvSpPr>
          <p:cNvPr id="737" name="Google Shape;737;p14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8" name="Google Shape;738;p146"/>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39" name="Google Shape;739;p146"/>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0" name="Google Shape;740;p146"/>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1" name="Google Shape;741;p146"/>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2" name="Google Shape;742;p146"/>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43" name="Google Shape;743;p146"/>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p:cSld name="TITLE_AND_BODY_1_1_1">
    <p:spTree>
      <p:nvGrpSpPr>
        <p:cNvPr id="744" name="Shape 744"/>
        <p:cNvGrpSpPr/>
        <p:nvPr/>
      </p:nvGrpSpPr>
      <p:grpSpPr>
        <a:xfrm>
          <a:off x="0" y="0"/>
          <a:ext cx="0" cy="0"/>
          <a:chOff x="0" y="0"/>
          <a:chExt cx="0" cy="0"/>
        </a:xfrm>
      </p:grpSpPr>
      <p:sp>
        <p:nvSpPr>
          <p:cNvPr id="745" name="Google Shape;745;p14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6" name="Google Shape;746;p1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47" name="Google Shape;747;p147"/>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8" name="Google Shape;748;p147"/>
          <p:cNvSpPr txBox="1"/>
          <p:nvPr>
            <p:ph idx="2" type="body"/>
          </p:nvPr>
        </p:nvSpPr>
        <p:spPr>
          <a:xfrm>
            <a:off x="607200"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9" name="Google Shape;749;p147"/>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0" name="Google Shape;750;p147"/>
          <p:cNvSpPr txBox="1"/>
          <p:nvPr>
            <p:ph idx="4" type="body"/>
          </p:nvPr>
        </p:nvSpPr>
        <p:spPr>
          <a:xfrm>
            <a:off x="4589631"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2">
  <p:cSld name="TITLE_AND_BODY_1_1_1_1">
    <p:spTree>
      <p:nvGrpSpPr>
        <p:cNvPr id="751" name="Shape 751"/>
        <p:cNvGrpSpPr/>
        <p:nvPr/>
      </p:nvGrpSpPr>
      <p:grpSpPr>
        <a:xfrm>
          <a:off x="0" y="0"/>
          <a:ext cx="0" cy="0"/>
          <a:chOff x="0" y="0"/>
          <a:chExt cx="0" cy="0"/>
        </a:xfrm>
      </p:grpSpPr>
      <p:sp>
        <p:nvSpPr>
          <p:cNvPr id="752" name="Google Shape;752;p14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3" name="Google Shape;753;p1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54" name="Google Shape;754;p148"/>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5" name="Google Shape;755;p148"/>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6" name="Google Shape;756;p148"/>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7" name="Google Shape;757;p148"/>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8" name="Google Shape;758;p148"/>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59" name="Google Shape;759;p148"/>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and list" type="twoColTx">
  <p:cSld name="TITLE_AND_TWO_COLUMNS">
    <p:spTree>
      <p:nvGrpSpPr>
        <p:cNvPr id="760" name="Shape 760"/>
        <p:cNvGrpSpPr/>
        <p:nvPr/>
      </p:nvGrpSpPr>
      <p:grpSpPr>
        <a:xfrm>
          <a:off x="0" y="0"/>
          <a:ext cx="0" cy="0"/>
          <a:chOff x="0" y="0"/>
          <a:chExt cx="0" cy="0"/>
        </a:xfrm>
      </p:grpSpPr>
      <p:sp>
        <p:nvSpPr>
          <p:cNvPr id="761" name="Google Shape;761;p1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2" name="Google Shape;762;p14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3" name="Google Shape;763;p149"/>
          <p:cNvSpPr txBox="1"/>
          <p:nvPr>
            <p:ph idx="1" type="body"/>
          </p:nvPr>
        </p:nvSpPr>
        <p:spPr>
          <a:xfrm>
            <a:off x="60720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4" name="Google Shape;764;p149"/>
          <p:cNvSpPr txBox="1"/>
          <p:nvPr>
            <p:ph idx="2" type="body"/>
          </p:nvPr>
        </p:nvSpPr>
        <p:spPr>
          <a:xfrm>
            <a:off x="60720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5" name="Google Shape;765;p149"/>
          <p:cNvSpPr txBox="1"/>
          <p:nvPr>
            <p:ph idx="3" type="body"/>
          </p:nvPr>
        </p:nvSpPr>
        <p:spPr>
          <a:xfrm>
            <a:off x="35962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6" name="Google Shape;766;p149"/>
          <p:cNvSpPr txBox="1"/>
          <p:nvPr>
            <p:ph idx="4" type="body"/>
          </p:nvPr>
        </p:nvSpPr>
        <p:spPr>
          <a:xfrm>
            <a:off x="35962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7" name="Google Shape;767;p149"/>
          <p:cNvSpPr txBox="1"/>
          <p:nvPr>
            <p:ph idx="5" type="body"/>
          </p:nvPr>
        </p:nvSpPr>
        <p:spPr>
          <a:xfrm>
            <a:off x="65884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8" name="Google Shape;768;p149"/>
          <p:cNvSpPr txBox="1"/>
          <p:nvPr>
            <p:ph idx="6" type="body"/>
          </p:nvPr>
        </p:nvSpPr>
        <p:spPr>
          <a:xfrm>
            <a:off x="65884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p:cSld name="TITLE_AND_TWO_COLUMNS_1">
    <p:spTree>
      <p:nvGrpSpPr>
        <p:cNvPr id="769" name="Shape 769"/>
        <p:cNvGrpSpPr/>
        <p:nvPr/>
      </p:nvGrpSpPr>
      <p:grpSpPr>
        <a:xfrm>
          <a:off x="0" y="0"/>
          <a:ext cx="0" cy="0"/>
          <a:chOff x="0" y="0"/>
          <a:chExt cx="0" cy="0"/>
        </a:xfrm>
      </p:grpSpPr>
      <p:sp>
        <p:nvSpPr>
          <p:cNvPr id="770" name="Google Shape;770;p1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71" name="Google Shape;771;p150"/>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2" name="Google Shape;772;p150"/>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73" name="Google Shape;773;p150"/>
          <p:cNvSpPr txBox="1"/>
          <p:nvPr>
            <p:ph idx="2" type="body"/>
          </p:nvPr>
        </p:nvSpPr>
        <p:spPr>
          <a:xfrm>
            <a:off x="35962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74" name="Google Shape;774;p150"/>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75" name="Google Shape;775;p150"/>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76" name="Google Shape;776;p150"/>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77" name="Google Shape;777;p150"/>
          <p:cNvSpPr txBox="1"/>
          <p:nvPr>
            <p:ph idx="6" type="subTitle"/>
          </p:nvPr>
        </p:nvSpPr>
        <p:spPr>
          <a:xfrm>
            <a:off x="3597825"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2">
  <p:cSld name="TITLE_AND_TWO_COLUMNS_1_3">
    <p:spTree>
      <p:nvGrpSpPr>
        <p:cNvPr id="778" name="Shape 778"/>
        <p:cNvGrpSpPr/>
        <p:nvPr/>
      </p:nvGrpSpPr>
      <p:grpSpPr>
        <a:xfrm>
          <a:off x="0" y="0"/>
          <a:ext cx="0" cy="0"/>
          <a:chOff x="0" y="0"/>
          <a:chExt cx="0" cy="0"/>
        </a:xfrm>
      </p:grpSpPr>
      <p:sp>
        <p:nvSpPr>
          <p:cNvPr id="779" name="Google Shape;779;p151"/>
          <p:cNvSpPr/>
          <p:nvPr/>
        </p:nvSpPr>
        <p:spPr>
          <a:xfrm>
            <a:off x="49125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780" name="Google Shape;780;p151"/>
          <p:cNvSpPr/>
          <p:nvPr/>
        </p:nvSpPr>
        <p:spPr>
          <a:xfrm>
            <a:off x="60720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51"/>
          <p:cNvSpPr/>
          <p:nvPr/>
        </p:nvSpPr>
        <p:spPr>
          <a:xfrm>
            <a:off x="2759850" y="2090375"/>
            <a:ext cx="1951500" cy="2046300"/>
          </a:xfrm>
          <a:prstGeom prst="roundRect">
            <a:avLst>
              <a:gd fmla="val 1336" name="adj"/>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782" name="Google Shape;782;p1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83" name="Google Shape;783;p151"/>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4" name="Google Shape;784;p151"/>
          <p:cNvSpPr txBox="1"/>
          <p:nvPr>
            <p:ph idx="1" type="body"/>
          </p:nvPr>
        </p:nvSpPr>
        <p:spPr>
          <a:xfrm>
            <a:off x="6072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85" name="Google Shape;785;p151"/>
          <p:cNvSpPr txBox="1"/>
          <p:nvPr>
            <p:ph idx="2" type="body"/>
          </p:nvPr>
        </p:nvSpPr>
        <p:spPr>
          <a:xfrm>
            <a:off x="275985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86" name="Google Shape;786;p151"/>
          <p:cNvSpPr txBox="1"/>
          <p:nvPr>
            <p:ph idx="3" type="body"/>
          </p:nvPr>
        </p:nvSpPr>
        <p:spPr>
          <a:xfrm>
            <a:off x="4912500" y="2482925"/>
            <a:ext cx="1951500" cy="165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87" name="Google Shape;787;p151"/>
          <p:cNvSpPr txBox="1"/>
          <p:nvPr>
            <p:ph idx="4" type="subTitle"/>
          </p:nvPr>
        </p:nvSpPr>
        <p:spPr>
          <a:xfrm>
            <a:off x="6072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88" name="Google Shape;788;p151"/>
          <p:cNvSpPr txBox="1"/>
          <p:nvPr>
            <p:ph idx="5" type="subTitle"/>
          </p:nvPr>
        </p:nvSpPr>
        <p:spPr>
          <a:xfrm>
            <a:off x="491250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89" name="Google Shape;789;p151"/>
          <p:cNvSpPr txBox="1"/>
          <p:nvPr>
            <p:ph idx="6" type="subTitle"/>
          </p:nvPr>
        </p:nvSpPr>
        <p:spPr>
          <a:xfrm>
            <a:off x="2759850" y="20903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TITLE_AND_TWO_COLUMNS_1_3_1">
    <p:spTree>
      <p:nvGrpSpPr>
        <p:cNvPr id="790" name="Shape 790"/>
        <p:cNvGrpSpPr/>
        <p:nvPr/>
      </p:nvGrpSpPr>
      <p:grpSpPr>
        <a:xfrm>
          <a:off x="0" y="0"/>
          <a:ext cx="0" cy="0"/>
          <a:chOff x="0" y="0"/>
          <a:chExt cx="0" cy="0"/>
        </a:xfrm>
      </p:grpSpPr>
      <p:sp>
        <p:nvSpPr>
          <p:cNvPr id="791" name="Google Shape;791;p1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2" name="Google Shape;792;p15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3" name="Google Shape;793;p152"/>
          <p:cNvSpPr txBox="1"/>
          <p:nvPr>
            <p:ph idx="1" type="body"/>
          </p:nvPr>
        </p:nvSpPr>
        <p:spPr>
          <a:xfrm>
            <a:off x="6072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94" name="Google Shape;794;p152"/>
          <p:cNvSpPr txBox="1"/>
          <p:nvPr>
            <p:ph idx="2" type="body"/>
          </p:nvPr>
        </p:nvSpPr>
        <p:spPr>
          <a:xfrm>
            <a:off x="275985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95" name="Google Shape;795;p152"/>
          <p:cNvSpPr txBox="1"/>
          <p:nvPr>
            <p:ph idx="3" type="body"/>
          </p:nvPr>
        </p:nvSpPr>
        <p:spPr>
          <a:xfrm>
            <a:off x="4912500" y="3168725"/>
            <a:ext cx="19515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96" name="Google Shape;796;p152"/>
          <p:cNvSpPr txBox="1"/>
          <p:nvPr>
            <p:ph idx="4" type="subTitle"/>
          </p:nvPr>
        </p:nvSpPr>
        <p:spPr>
          <a:xfrm>
            <a:off x="6072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97" name="Google Shape;797;p152"/>
          <p:cNvSpPr txBox="1"/>
          <p:nvPr>
            <p:ph idx="5" type="subTitle"/>
          </p:nvPr>
        </p:nvSpPr>
        <p:spPr>
          <a:xfrm>
            <a:off x="491250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98" name="Google Shape;798;p152"/>
          <p:cNvSpPr txBox="1"/>
          <p:nvPr>
            <p:ph idx="6" type="subTitle"/>
          </p:nvPr>
        </p:nvSpPr>
        <p:spPr>
          <a:xfrm>
            <a:off x="2759850" y="27761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1">
  <p:cSld name="TITLE_AND_TWO_COLUMNS_1_2">
    <p:spTree>
      <p:nvGrpSpPr>
        <p:cNvPr id="799" name="Shape 799"/>
        <p:cNvGrpSpPr/>
        <p:nvPr/>
      </p:nvGrpSpPr>
      <p:grpSpPr>
        <a:xfrm>
          <a:off x="0" y="0"/>
          <a:ext cx="0" cy="0"/>
          <a:chOff x="0" y="0"/>
          <a:chExt cx="0" cy="0"/>
        </a:xfrm>
      </p:grpSpPr>
      <p:sp>
        <p:nvSpPr>
          <p:cNvPr id="800" name="Google Shape;800;p1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01" name="Google Shape;801;p15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2" name="Google Shape;802;p153"/>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03" name="Google Shape;803;p153"/>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04" name="Google Shape;804;p153"/>
          <p:cNvSpPr txBox="1"/>
          <p:nvPr>
            <p:ph idx="3" type="subTitle"/>
          </p:nvPr>
        </p:nvSpPr>
        <p:spPr>
          <a:xfrm>
            <a:off x="6072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05" name="Google Shape;805;p153"/>
          <p:cNvSpPr txBox="1"/>
          <p:nvPr>
            <p:ph idx="4" type="subTitle"/>
          </p:nvPr>
        </p:nvSpPr>
        <p:spPr>
          <a:xfrm>
            <a:off x="26297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06" name="Google Shape;806;p153"/>
          <p:cNvSpPr txBox="1"/>
          <p:nvPr>
            <p:ph idx="5"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07" name="Google Shape;807;p153"/>
          <p:cNvSpPr txBox="1"/>
          <p:nvPr>
            <p:ph idx="6" type="subTitle"/>
          </p:nvPr>
        </p:nvSpPr>
        <p:spPr>
          <a:xfrm>
            <a:off x="46523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TITLE_AND_TWO_COLUMNS_1_2_1">
    <p:spTree>
      <p:nvGrpSpPr>
        <p:cNvPr id="808" name="Shape 808"/>
        <p:cNvGrpSpPr/>
        <p:nvPr/>
      </p:nvGrpSpPr>
      <p:grpSpPr>
        <a:xfrm>
          <a:off x="0" y="0"/>
          <a:ext cx="0" cy="0"/>
          <a:chOff x="0" y="0"/>
          <a:chExt cx="0" cy="0"/>
        </a:xfrm>
      </p:grpSpPr>
      <p:sp>
        <p:nvSpPr>
          <p:cNvPr id="809" name="Google Shape;809;p1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p15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1" name="Google Shape;811;p154"/>
          <p:cNvSpPr txBox="1"/>
          <p:nvPr>
            <p:ph idx="1" type="body"/>
          </p:nvPr>
        </p:nvSpPr>
        <p:spPr>
          <a:xfrm>
            <a:off x="6072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12" name="Google Shape;812;p154"/>
          <p:cNvSpPr txBox="1"/>
          <p:nvPr>
            <p:ph idx="2" type="body"/>
          </p:nvPr>
        </p:nvSpPr>
        <p:spPr>
          <a:xfrm>
            <a:off x="26297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13" name="Google Shape;813;p154"/>
          <p:cNvSpPr txBox="1"/>
          <p:nvPr>
            <p:ph idx="3" type="body"/>
          </p:nvPr>
        </p:nvSpPr>
        <p:spPr>
          <a:xfrm>
            <a:off x="667485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14" name="Google Shape;814;p154"/>
          <p:cNvSpPr txBox="1"/>
          <p:nvPr>
            <p:ph idx="4" type="subTitle"/>
          </p:nvPr>
        </p:nvSpPr>
        <p:spPr>
          <a:xfrm>
            <a:off x="6072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15" name="Google Shape;815;p154"/>
          <p:cNvSpPr txBox="1"/>
          <p:nvPr>
            <p:ph idx="5" type="subTitle"/>
          </p:nvPr>
        </p:nvSpPr>
        <p:spPr>
          <a:xfrm>
            <a:off x="66748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16" name="Google Shape;816;p154"/>
          <p:cNvSpPr txBox="1"/>
          <p:nvPr>
            <p:ph idx="6" type="subTitle"/>
          </p:nvPr>
        </p:nvSpPr>
        <p:spPr>
          <a:xfrm>
            <a:off x="262975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17" name="Google Shape;817;p154"/>
          <p:cNvSpPr txBox="1"/>
          <p:nvPr>
            <p:ph idx="7" type="body"/>
          </p:nvPr>
        </p:nvSpPr>
        <p:spPr>
          <a:xfrm>
            <a:off x="4652300" y="17954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18" name="Google Shape;818;p154"/>
          <p:cNvSpPr txBox="1"/>
          <p:nvPr>
            <p:ph idx="8" type="subTitle"/>
          </p:nvPr>
        </p:nvSpPr>
        <p:spPr>
          <a:xfrm>
            <a:off x="4652300" y="36743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p:cSld name="TITLE_AND_TWO_COLUMNS_1_1">
    <p:spTree>
      <p:nvGrpSpPr>
        <p:cNvPr id="819" name="Shape 819"/>
        <p:cNvGrpSpPr/>
        <p:nvPr/>
      </p:nvGrpSpPr>
      <p:grpSpPr>
        <a:xfrm>
          <a:off x="0" y="0"/>
          <a:ext cx="0" cy="0"/>
          <a:chOff x="0" y="0"/>
          <a:chExt cx="0" cy="0"/>
        </a:xfrm>
      </p:grpSpPr>
      <p:sp>
        <p:nvSpPr>
          <p:cNvPr id="820" name="Google Shape;820;p1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1" name="Google Shape;821;p155"/>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2" name="Google Shape;822;p155"/>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23" name="Google Shape;823;p155"/>
          <p:cNvSpPr txBox="1"/>
          <p:nvPr>
            <p:ph idx="2" type="body"/>
          </p:nvPr>
        </p:nvSpPr>
        <p:spPr>
          <a:xfrm>
            <a:off x="26009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24" name="Google Shape;824;p155"/>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25" name="Google Shape;825;p155"/>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26" name="Google Shape;826;p155"/>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27" name="Google Shape;827;p155"/>
          <p:cNvSpPr txBox="1"/>
          <p:nvPr>
            <p:ph idx="6" type="subTitle"/>
          </p:nvPr>
        </p:nvSpPr>
        <p:spPr>
          <a:xfrm>
            <a:off x="26009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28" name="Google Shape;828;p155"/>
          <p:cNvSpPr txBox="1"/>
          <p:nvPr>
            <p:ph idx="7" type="body"/>
          </p:nvPr>
        </p:nvSpPr>
        <p:spPr>
          <a:xfrm>
            <a:off x="45947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29" name="Google Shape;829;p155"/>
          <p:cNvSpPr txBox="1"/>
          <p:nvPr>
            <p:ph idx="8" type="subTitle"/>
          </p:nvPr>
        </p:nvSpPr>
        <p:spPr>
          <a:xfrm>
            <a:off x="45947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TITLE_AND_TWO_COLUMNS_1_1_1">
    <p:spTree>
      <p:nvGrpSpPr>
        <p:cNvPr id="830" name="Shape 830"/>
        <p:cNvGrpSpPr/>
        <p:nvPr/>
      </p:nvGrpSpPr>
      <p:grpSpPr>
        <a:xfrm>
          <a:off x="0" y="0"/>
          <a:ext cx="0" cy="0"/>
          <a:chOff x="0" y="0"/>
          <a:chExt cx="0" cy="0"/>
        </a:xfrm>
      </p:grpSpPr>
      <p:sp>
        <p:nvSpPr>
          <p:cNvPr id="831" name="Google Shape;831;p1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32" name="Google Shape;832;p15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3" name="Google Shape;833;p156"/>
          <p:cNvSpPr txBox="1"/>
          <p:nvPr>
            <p:ph idx="1" type="body"/>
          </p:nvPr>
        </p:nvSpPr>
        <p:spPr>
          <a:xfrm>
            <a:off x="3314406" y="178557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4" name="Google Shape;834;p156"/>
          <p:cNvSpPr txBox="1"/>
          <p:nvPr>
            <p:ph idx="2" type="body"/>
          </p:nvPr>
        </p:nvSpPr>
        <p:spPr>
          <a:xfrm>
            <a:off x="3314406" y="3305922"/>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5" name="Google Shape;835;p156"/>
          <p:cNvSpPr txBox="1"/>
          <p:nvPr>
            <p:ph idx="3" type="body"/>
          </p:nvPr>
        </p:nvSpPr>
        <p:spPr>
          <a:xfrm>
            <a:off x="3314406" y="406609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6" name="Google Shape;836;p156"/>
          <p:cNvSpPr txBox="1"/>
          <p:nvPr>
            <p:ph idx="4" type="subTitle"/>
          </p:nvPr>
        </p:nvSpPr>
        <p:spPr>
          <a:xfrm>
            <a:off x="1301106" y="178557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37" name="Google Shape;837;p156"/>
          <p:cNvSpPr txBox="1"/>
          <p:nvPr>
            <p:ph idx="5" type="subTitle"/>
          </p:nvPr>
        </p:nvSpPr>
        <p:spPr>
          <a:xfrm>
            <a:off x="1301106" y="406609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38" name="Google Shape;838;p156"/>
          <p:cNvSpPr txBox="1"/>
          <p:nvPr>
            <p:ph idx="6" type="subTitle"/>
          </p:nvPr>
        </p:nvSpPr>
        <p:spPr>
          <a:xfrm>
            <a:off x="1301106" y="2545748"/>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39" name="Google Shape;839;p156"/>
          <p:cNvSpPr txBox="1"/>
          <p:nvPr>
            <p:ph idx="7" type="body"/>
          </p:nvPr>
        </p:nvSpPr>
        <p:spPr>
          <a:xfrm>
            <a:off x="3314406" y="2545748"/>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0" name="Google Shape;840;p156"/>
          <p:cNvSpPr txBox="1"/>
          <p:nvPr>
            <p:ph idx="8" type="subTitle"/>
          </p:nvPr>
        </p:nvSpPr>
        <p:spPr>
          <a:xfrm>
            <a:off x="1301106" y="3305922"/>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3">
  <p:cSld name="CUSTOM_9">
    <p:spTree>
      <p:nvGrpSpPr>
        <p:cNvPr id="841" name="Shape 841"/>
        <p:cNvGrpSpPr/>
        <p:nvPr/>
      </p:nvGrpSpPr>
      <p:grpSpPr>
        <a:xfrm>
          <a:off x="0" y="0"/>
          <a:ext cx="0" cy="0"/>
          <a:chOff x="0" y="0"/>
          <a:chExt cx="0" cy="0"/>
        </a:xfrm>
      </p:grpSpPr>
      <p:sp>
        <p:nvSpPr>
          <p:cNvPr id="842" name="Google Shape;842;p157"/>
          <p:cNvSpPr txBox="1"/>
          <p:nvPr>
            <p:ph idx="1" type="body"/>
          </p:nvPr>
        </p:nvSpPr>
        <p:spPr>
          <a:xfrm>
            <a:off x="661300"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3" name="Google Shape;843;p157"/>
          <p:cNvSpPr txBox="1"/>
          <p:nvPr>
            <p:ph idx="2" type="body"/>
          </p:nvPr>
        </p:nvSpPr>
        <p:spPr>
          <a:xfrm>
            <a:off x="2539106"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4" name="Google Shape;844;p157"/>
          <p:cNvSpPr txBox="1"/>
          <p:nvPr>
            <p:ph idx="3" type="body"/>
          </p:nvPr>
        </p:nvSpPr>
        <p:spPr>
          <a:xfrm>
            <a:off x="6294717"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5" name="Google Shape;845;p157"/>
          <p:cNvSpPr txBox="1"/>
          <p:nvPr>
            <p:ph idx="4" type="subTitle"/>
          </p:nvPr>
        </p:nvSpPr>
        <p:spPr>
          <a:xfrm>
            <a:off x="66129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46" name="Google Shape;846;p157"/>
          <p:cNvSpPr txBox="1"/>
          <p:nvPr>
            <p:ph idx="5" type="subTitle"/>
          </p:nvPr>
        </p:nvSpPr>
        <p:spPr>
          <a:xfrm>
            <a:off x="6294720"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47" name="Google Shape;847;p157"/>
          <p:cNvSpPr txBox="1"/>
          <p:nvPr>
            <p:ph idx="6" type="subTitle"/>
          </p:nvPr>
        </p:nvSpPr>
        <p:spPr>
          <a:xfrm>
            <a:off x="253910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48" name="Google Shape;848;p157"/>
          <p:cNvSpPr txBox="1"/>
          <p:nvPr>
            <p:ph idx="7" type="body"/>
          </p:nvPr>
        </p:nvSpPr>
        <p:spPr>
          <a:xfrm>
            <a:off x="4416912" y="3168725"/>
            <a:ext cx="1578000" cy="1452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9" name="Google Shape;849;p157"/>
          <p:cNvSpPr txBox="1"/>
          <p:nvPr>
            <p:ph idx="8" type="subTitle"/>
          </p:nvPr>
        </p:nvSpPr>
        <p:spPr>
          <a:xfrm>
            <a:off x="4416911" y="2776175"/>
            <a:ext cx="15780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9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50" name="Google Shape;850;p15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9_1">
    <p:spTree>
      <p:nvGrpSpPr>
        <p:cNvPr id="851" name="Shape 851"/>
        <p:cNvGrpSpPr/>
        <p:nvPr/>
      </p:nvGrpSpPr>
      <p:grpSpPr>
        <a:xfrm>
          <a:off x="0" y="0"/>
          <a:ext cx="0" cy="0"/>
          <a:chOff x="0" y="0"/>
          <a:chExt cx="0" cy="0"/>
        </a:xfrm>
      </p:grpSpPr>
      <p:sp>
        <p:nvSpPr>
          <p:cNvPr id="852" name="Google Shape;852;p158"/>
          <p:cNvSpPr txBox="1"/>
          <p:nvPr>
            <p:ph idx="1" type="body"/>
          </p:nvPr>
        </p:nvSpPr>
        <p:spPr>
          <a:xfrm>
            <a:off x="661300"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53" name="Google Shape;853;p158"/>
          <p:cNvSpPr txBox="1"/>
          <p:nvPr>
            <p:ph idx="2" type="body"/>
          </p:nvPr>
        </p:nvSpPr>
        <p:spPr>
          <a:xfrm>
            <a:off x="2023989"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54" name="Google Shape;854;p158"/>
          <p:cNvSpPr txBox="1"/>
          <p:nvPr>
            <p:ph idx="3" type="body"/>
          </p:nvPr>
        </p:nvSpPr>
        <p:spPr>
          <a:xfrm>
            <a:off x="4733934"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55" name="Google Shape;855;p158"/>
          <p:cNvSpPr txBox="1"/>
          <p:nvPr>
            <p:ph idx="4" type="subTitle"/>
          </p:nvPr>
        </p:nvSpPr>
        <p:spPr>
          <a:xfrm>
            <a:off x="661311"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56" name="Google Shape;856;p158"/>
          <p:cNvSpPr txBox="1"/>
          <p:nvPr>
            <p:ph idx="5" type="subTitle"/>
          </p:nvPr>
        </p:nvSpPr>
        <p:spPr>
          <a:xfrm>
            <a:off x="473393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57" name="Google Shape;857;p158"/>
          <p:cNvSpPr txBox="1"/>
          <p:nvPr>
            <p:ph idx="6" type="subTitle"/>
          </p:nvPr>
        </p:nvSpPr>
        <p:spPr>
          <a:xfrm>
            <a:off x="202399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58" name="Google Shape;858;p158"/>
          <p:cNvSpPr txBox="1"/>
          <p:nvPr>
            <p:ph idx="7" type="body"/>
          </p:nvPr>
        </p:nvSpPr>
        <p:spPr>
          <a:xfrm>
            <a:off x="3376456"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59" name="Google Shape;859;p158"/>
          <p:cNvSpPr txBox="1"/>
          <p:nvPr>
            <p:ph idx="8" type="subTitle"/>
          </p:nvPr>
        </p:nvSpPr>
        <p:spPr>
          <a:xfrm>
            <a:off x="3376462"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60" name="Google Shape;860;p158"/>
          <p:cNvSpPr txBox="1"/>
          <p:nvPr>
            <p:ph idx="9" type="body"/>
          </p:nvPr>
        </p:nvSpPr>
        <p:spPr>
          <a:xfrm>
            <a:off x="7447848"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61" name="Google Shape;861;p158"/>
          <p:cNvSpPr txBox="1"/>
          <p:nvPr>
            <p:ph idx="13" type="subTitle"/>
          </p:nvPr>
        </p:nvSpPr>
        <p:spPr>
          <a:xfrm>
            <a:off x="7447845"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62" name="Google Shape;862;p158"/>
          <p:cNvSpPr txBox="1"/>
          <p:nvPr>
            <p:ph idx="14" type="body"/>
          </p:nvPr>
        </p:nvSpPr>
        <p:spPr>
          <a:xfrm>
            <a:off x="6103327" y="3168725"/>
            <a:ext cx="1045500" cy="1523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9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63" name="Google Shape;863;p158"/>
          <p:cNvSpPr txBox="1"/>
          <p:nvPr>
            <p:ph idx="15" type="subTitle"/>
          </p:nvPr>
        </p:nvSpPr>
        <p:spPr>
          <a:xfrm>
            <a:off x="6103327" y="2776175"/>
            <a:ext cx="1045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900">
                <a:solidFill>
                  <a:srgbClr val="3C4856"/>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64" name="Google Shape;864;p15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5" name="Shape 865"/>
        <p:cNvGrpSpPr/>
        <p:nvPr/>
      </p:nvGrpSpPr>
      <p:grpSpPr>
        <a:xfrm>
          <a:off x="0" y="0"/>
          <a:ext cx="0" cy="0"/>
          <a:chOff x="0" y="0"/>
          <a:chExt cx="0" cy="0"/>
        </a:xfrm>
      </p:grpSpPr>
      <p:sp>
        <p:nvSpPr>
          <p:cNvPr id="866" name="Google Shape;866;p1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67" name="Google Shape;867;p159"/>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imeline">
  <p:cSld name="TITLE_ONLY_1">
    <p:spTree>
      <p:nvGrpSpPr>
        <p:cNvPr id="868" name="Shape 868"/>
        <p:cNvGrpSpPr/>
        <p:nvPr/>
      </p:nvGrpSpPr>
      <p:grpSpPr>
        <a:xfrm>
          <a:off x="0" y="0"/>
          <a:ext cx="0" cy="0"/>
          <a:chOff x="0" y="0"/>
          <a:chExt cx="0" cy="0"/>
        </a:xfrm>
      </p:grpSpPr>
      <p:sp>
        <p:nvSpPr>
          <p:cNvPr id="869" name="Google Shape;869;p1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60"/>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nel">
  <p:cSld name="TITLE_ONLY_1_1">
    <p:spTree>
      <p:nvGrpSpPr>
        <p:cNvPr id="871" name="Shape 871"/>
        <p:cNvGrpSpPr/>
        <p:nvPr/>
      </p:nvGrpSpPr>
      <p:grpSpPr>
        <a:xfrm>
          <a:off x="0" y="0"/>
          <a:ext cx="0" cy="0"/>
          <a:chOff x="0" y="0"/>
          <a:chExt cx="0" cy="0"/>
        </a:xfrm>
      </p:grpSpPr>
      <p:sp>
        <p:nvSpPr>
          <p:cNvPr id="872" name="Google Shape;872;p1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5">
    <p:bg>
      <p:bgPr>
        <a:noFill/>
      </p:bgPr>
    </p:bg>
    <p:spTree>
      <p:nvGrpSpPr>
        <p:cNvPr id="873" name="Shape 873"/>
        <p:cNvGrpSpPr/>
        <p:nvPr/>
      </p:nvGrpSpPr>
      <p:grpSpPr>
        <a:xfrm>
          <a:off x="0" y="0"/>
          <a:ext cx="0" cy="0"/>
          <a:chOff x="0" y="0"/>
          <a:chExt cx="0" cy="0"/>
        </a:xfrm>
      </p:grpSpPr>
      <p:sp>
        <p:nvSpPr>
          <p:cNvPr id="874" name="Google Shape;874;p162"/>
          <p:cNvSpPr txBox="1"/>
          <p:nvPr>
            <p:ph type="title"/>
          </p:nvPr>
        </p:nvSpPr>
        <p:spPr>
          <a:xfrm>
            <a:off x="606900" y="538425"/>
            <a:ext cx="7683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6">
    <p:bg>
      <p:bgPr>
        <a:solidFill>
          <a:schemeClr val="dk1"/>
        </a:solidFill>
      </p:bgPr>
    </p:bg>
    <p:spTree>
      <p:nvGrpSpPr>
        <p:cNvPr id="875" name="Shape 875"/>
        <p:cNvGrpSpPr/>
        <p:nvPr/>
      </p:nvGrpSpPr>
      <p:grpSpPr>
        <a:xfrm>
          <a:off x="0" y="0"/>
          <a:ext cx="0" cy="0"/>
          <a:chOff x="0" y="0"/>
          <a:chExt cx="0" cy="0"/>
        </a:xfrm>
      </p:grpSpPr>
      <p:sp>
        <p:nvSpPr>
          <p:cNvPr id="876" name="Google Shape;876;p16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
    <p:bg>
      <p:bgPr>
        <a:solidFill>
          <a:schemeClr val="lt2"/>
        </a:solidFill>
      </p:bgPr>
    </p:bg>
    <p:spTree>
      <p:nvGrpSpPr>
        <p:cNvPr id="877" name="Shape 877"/>
        <p:cNvGrpSpPr/>
        <p:nvPr/>
      </p:nvGrpSpPr>
      <p:grpSpPr>
        <a:xfrm>
          <a:off x="0" y="0"/>
          <a:ext cx="0" cy="0"/>
          <a:chOff x="0" y="0"/>
          <a:chExt cx="0" cy="0"/>
        </a:xfrm>
      </p:grpSpPr>
      <p:sp>
        <p:nvSpPr>
          <p:cNvPr id="878" name="Google Shape;878;p164"/>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2800"/>
              <a:buAutoNum type="alphaLcPeriod"/>
              <a:defRPr/>
            </a:lvl2pPr>
            <a:lvl3pPr lvl="2" rtl="0">
              <a:spcBef>
                <a:spcPts val="0"/>
              </a:spcBef>
              <a:spcAft>
                <a:spcPts val="0"/>
              </a:spcAft>
              <a:buSzPts val="2800"/>
              <a:buAutoNum type="romanLcPeriod"/>
              <a:defRPr/>
            </a:lvl3pPr>
            <a:lvl4pPr lvl="3" rtl="0">
              <a:spcBef>
                <a:spcPts val="0"/>
              </a:spcBef>
              <a:spcAft>
                <a:spcPts val="0"/>
              </a:spcAft>
              <a:buSzPts val="2800"/>
              <a:buAutoNum type="arabicPeriod"/>
              <a:defRPr/>
            </a:lvl4pPr>
            <a:lvl5pPr lvl="4" rtl="0">
              <a:spcBef>
                <a:spcPts val="0"/>
              </a:spcBef>
              <a:spcAft>
                <a:spcPts val="0"/>
              </a:spcAft>
              <a:buSzPts val="2800"/>
              <a:buAutoNum type="alphaLcPeriod"/>
              <a:defRPr/>
            </a:lvl5pPr>
            <a:lvl6pPr lvl="5" rtl="0">
              <a:spcBef>
                <a:spcPts val="0"/>
              </a:spcBef>
              <a:spcAft>
                <a:spcPts val="0"/>
              </a:spcAft>
              <a:buSzPts val="2800"/>
              <a:buAutoNum type="romanLcPeriod"/>
              <a:defRPr/>
            </a:lvl6pPr>
            <a:lvl7pPr lvl="6" rtl="0">
              <a:spcBef>
                <a:spcPts val="0"/>
              </a:spcBef>
              <a:spcAft>
                <a:spcPts val="0"/>
              </a:spcAft>
              <a:buSzPts val="2800"/>
              <a:buAutoNum type="arabicPeriod"/>
              <a:defRPr/>
            </a:lvl7pPr>
            <a:lvl8pPr lvl="7" rtl="0">
              <a:spcBef>
                <a:spcPts val="0"/>
              </a:spcBef>
              <a:spcAft>
                <a:spcPts val="0"/>
              </a:spcAft>
              <a:buSzPts val="2800"/>
              <a:buAutoNum type="alphaLcPeriod"/>
              <a:defRPr/>
            </a:lvl8pPr>
            <a:lvl9pPr lvl="8" rtl="0">
              <a:spcBef>
                <a:spcPts val="0"/>
              </a:spcBef>
              <a:spcAft>
                <a:spcPts val="0"/>
              </a:spcAft>
              <a:buSzPts val="2800"/>
              <a:buAutoNum type="romanLcPeriod"/>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879" name="Shape 879"/>
        <p:cNvGrpSpPr/>
        <p:nvPr/>
      </p:nvGrpSpPr>
      <p:grpSpPr>
        <a:xfrm>
          <a:off x="0" y="0"/>
          <a:ext cx="0" cy="0"/>
          <a:chOff x="0" y="0"/>
          <a:chExt cx="0" cy="0"/>
        </a:xfrm>
      </p:grpSpPr>
      <p:sp>
        <p:nvSpPr>
          <p:cNvPr id="880" name="Google Shape;880;p165"/>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1" name="Google Shape;881;p165"/>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82" name="Google Shape;882;p165"/>
          <p:cNvSpPr txBox="1"/>
          <p:nvPr>
            <p:ph idx="2" type="body"/>
          </p:nvPr>
        </p:nvSpPr>
        <p:spPr>
          <a:xfrm>
            <a:off x="607200"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83" name="Google Shape;883;p165"/>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84" name="Google Shape;884;p165"/>
          <p:cNvSpPr txBox="1"/>
          <p:nvPr>
            <p:ph idx="4" type="body"/>
          </p:nvPr>
        </p:nvSpPr>
        <p:spPr>
          <a:xfrm>
            <a:off x="4589628"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85" name="Google Shape;885;p165"/>
          <p:cNvSpPr txBox="1"/>
          <p:nvPr>
            <p:ph idx="5" type="subTitle"/>
          </p:nvPr>
        </p:nvSpPr>
        <p:spPr>
          <a:xfrm>
            <a:off x="638800" y="4305050"/>
            <a:ext cx="3259200" cy="309300"/>
          </a:xfrm>
          <a:prstGeom prst="rect">
            <a:avLst/>
          </a:prstGeom>
          <a:solidFill>
            <a:schemeClr val="accent6"/>
          </a:solidFill>
        </p:spPr>
        <p:txBody>
          <a:bodyPr anchorCtr="0" anchor="ctr" bIns="91425" lIns="91425" spcFirstLastPara="1" rIns="91425" wrap="square" tIns="91425">
            <a:noAutofit/>
          </a:bodyPr>
          <a:lstStyle>
            <a:lvl1pPr lvl="0" rtl="0">
              <a:spcBef>
                <a:spcPts val="0"/>
              </a:spcBef>
              <a:spcAft>
                <a:spcPts val="0"/>
              </a:spcAft>
              <a:buSzPts val="1400"/>
              <a:buNone/>
              <a:defRPr sz="10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886" name="Shape 886"/>
        <p:cNvGrpSpPr/>
        <p:nvPr/>
      </p:nvGrpSpPr>
      <p:grpSpPr>
        <a:xfrm>
          <a:off x="0" y="0"/>
          <a:ext cx="0" cy="0"/>
          <a:chOff x="0" y="0"/>
          <a:chExt cx="0" cy="0"/>
        </a:xfrm>
      </p:grpSpPr>
      <p:sp>
        <p:nvSpPr>
          <p:cNvPr id="887" name="Google Shape;887;p166"/>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888" name="Google Shape;888;p1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_1">
    <p:bg>
      <p:bgPr>
        <a:solidFill>
          <a:schemeClr val="dk1"/>
        </a:solidFill>
      </p:bgPr>
    </p:bg>
    <p:spTree>
      <p:nvGrpSpPr>
        <p:cNvPr id="889" name="Shape 889"/>
        <p:cNvGrpSpPr/>
        <p:nvPr/>
      </p:nvGrpSpPr>
      <p:grpSpPr>
        <a:xfrm>
          <a:off x="0" y="0"/>
          <a:ext cx="0" cy="0"/>
          <a:chOff x="0" y="0"/>
          <a:chExt cx="0" cy="0"/>
        </a:xfrm>
      </p:grpSpPr>
      <p:sp>
        <p:nvSpPr>
          <p:cNvPr id="890" name="Google Shape;890;p167"/>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891" name="Google Shape;891;p1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CAPTION_ONLY">
    <p:bg>
      <p:bgPr>
        <a:solidFill>
          <a:schemeClr val="dk1"/>
        </a:solidFill>
      </p:bgPr>
    </p:bg>
    <p:spTree>
      <p:nvGrpSpPr>
        <p:cNvPr id="892" name="Shape 892"/>
        <p:cNvGrpSpPr/>
        <p:nvPr/>
      </p:nvGrpSpPr>
      <p:grpSpPr>
        <a:xfrm>
          <a:off x="0" y="0"/>
          <a:ext cx="0" cy="0"/>
          <a:chOff x="0" y="0"/>
          <a:chExt cx="0" cy="0"/>
        </a:xfrm>
      </p:grpSpPr>
      <p:sp>
        <p:nvSpPr>
          <p:cNvPr id="893" name="Google Shape;893;p1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94" name="Google Shape;894;p168"/>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
    <p:bg>
      <p:bgPr>
        <a:solidFill>
          <a:schemeClr val="dk1"/>
        </a:solidFill>
      </p:bgPr>
    </p:bg>
    <p:spTree>
      <p:nvGrpSpPr>
        <p:cNvPr id="895" name="Shape 895"/>
        <p:cNvGrpSpPr/>
        <p:nvPr/>
      </p:nvGrpSpPr>
      <p:grpSpPr>
        <a:xfrm>
          <a:off x="0" y="0"/>
          <a:ext cx="0" cy="0"/>
          <a:chOff x="0" y="0"/>
          <a:chExt cx="0" cy="0"/>
        </a:xfrm>
      </p:grpSpPr>
      <p:sp>
        <p:nvSpPr>
          <p:cNvPr id="896" name="Google Shape;896;p169"/>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97" name="Google Shape;897;p169"/>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898" name="Google Shape;898;p169"/>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99" name="Google Shape;899;p169"/>
          <p:cNvSpPr/>
          <p:nvPr/>
        </p:nvSpPr>
        <p:spPr>
          <a:xfrm flipH="1">
            <a:off x="4572000" y="155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4_2">
    <p:bg>
      <p:bgPr>
        <a:solidFill>
          <a:schemeClr val="dk1"/>
        </a:solidFill>
      </p:bgPr>
    </p:bg>
    <p:spTree>
      <p:nvGrpSpPr>
        <p:cNvPr id="900" name="Shape 900"/>
        <p:cNvGrpSpPr/>
        <p:nvPr/>
      </p:nvGrpSpPr>
      <p:grpSpPr>
        <a:xfrm>
          <a:off x="0" y="0"/>
          <a:ext cx="0" cy="0"/>
          <a:chOff x="0" y="0"/>
          <a:chExt cx="0" cy="0"/>
        </a:xfrm>
      </p:grpSpPr>
      <p:sp>
        <p:nvSpPr>
          <p:cNvPr id="901" name="Google Shape;901;p170"/>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2" name="Google Shape;902;p170"/>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903" name="Google Shape;903;p170"/>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4" name="Google Shape;904;p170"/>
          <p:cNvSpPr/>
          <p:nvPr/>
        </p:nvSpPr>
        <p:spPr>
          <a:xfrm rot="10800000">
            <a:off x="457200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4_2_3">
    <p:bg>
      <p:bgPr>
        <a:solidFill>
          <a:schemeClr val="dk1"/>
        </a:solidFill>
      </p:bgPr>
    </p:bg>
    <p:spTree>
      <p:nvGrpSpPr>
        <p:cNvPr id="905" name="Shape 905"/>
        <p:cNvGrpSpPr/>
        <p:nvPr/>
      </p:nvGrpSpPr>
      <p:grpSpPr>
        <a:xfrm>
          <a:off x="0" y="0"/>
          <a:ext cx="0" cy="0"/>
          <a:chOff x="0" y="0"/>
          <a:chExt cx="0" cy="0"/>
        </a:xfrm>
      </p:grpSpPr>
      <p:sp>
        <p:nvSpPr>
          <p:cNvPr id="906" name="Google Shape;906;p171"/>
          <p:cNvSpPr txBox="1"/>
          <p:nvPr>
            <p:ph type="title"/>
          </p:nvPr>
        </p:nvSpPr>
        <p:spPr>
          <a:xfrm>
            <a:off x="5664225" y="3498125"/>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0" sz="8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7" name="Google Shape;907;p171"/>
          <p:cNvSpPr txBox="1"/>
          <p:nvPr>
            <p:ph idx="1" type="subTitle"/>
          </p:nvPr>
        </p:nvSpPr>
        <p:spPr>
          <a:xfrm>
            <a:off x="917425" y="2297475"/>
            <a:ext cx="3582900" cy="1349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800">
                <a:solidFill>
                  <a:schemeClr val="lt1"/>
                </a:solidFill>
                <a:latin typeface="Poppins SemiBold"/>
                <a:ea typeface="Poppins SemiBold"/>
                <a:cs typeface="Poppins SemiBold"/>
                <a:sym typeface="Poppins SemiBold"/>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908" name="Google Shape;908;p171"/>
          <p:cNvSpPr txBox="1"/>
          <p:nvPr>
            <p:ph idx="2" type="title"/>
          </p:nvPr>
        </p:nvSpPr>
        <p:spPr>
          <a:xfrm>
            <a:off x="5664225" y="3303400"/>
            <a:ext cx="1806000" cy="20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9" name="Google Shape;909;p171"/>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1">
  <p:cSld name="CUSTOM_4_2_2">
    <p:bg>
      <p:bgPr>
        <a:solidFill>
          <a:schemeClr val="dk1"/>
        </a:solidFill>
      </p:bgPr>
    </p:bg>
    <p:spTree>
      <p:nvGrpSpPr>
        <p:cNvPr id="910" name="Shape 910"/>
        <p:cNvGrpSpPr/>
        <p:nvPr/>
      </p:nvGrpSpPr>
      <p:grpSpPr>
        <a:xfrm>
          <a:off x="0" y="0"/>
          <a:ext cx="0" cy="0"/>
          <a:chOff x="0" y="0"/>
          <a:chExt cx="0" cy="0"/>
        </a:xfrm>
      </p:grpSpPr>
      <p:sp>
        <p:nvSpPr>
          <p:cNvPr id="911" name="Google Shape;911;p172"/>
          <p:cNvSpPr txBox="1"/>
          <p:nvPr>
            <p:ph type="title"/>
          </p:nvPr>
        </p:nvSpPr>
        <p:spPr>
          <a:xfrm>
            <a:off x="607200" y="1026550"/>
            <a:ext cx="3936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912" name="Google Shape;912;p172"/>
          <p:cNvSpPr txBox="1"/>
          <p:nvPr>
            <p:ph idx="1" type="body"/>
          </p:nvPr>
        </p:nvSpPr>
        <p:spPr>
          <a:xfrm>
            <a:off x="607200" y="1781025"/>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13" name="Google Shape;913;p172"/>
          <p:cNvSpPr txBox="1"/>
          <p:nvPr>
            <p:ph idx="2" type="body"/>
          </p:nvPr>
        </p:nvSpPr>
        <p:spPr>
          <a:xfrm>
            <a:off x="607200" y="2640250"/>
            <a:ext cx="3936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14" name="Google Shape;914;p172"/>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2">
  <p:cSld name="CUSTOM_4_2_2_1">
    <p:bg>
      <p:bgPr>
        <a:solidFill>
          <a:schemeClr val="dk1"/>
        </a:solidFill>
      </p:bgPr>
    </p:bg>
    <p:spTree>
      <p:nvGrpSpPr>
        <p:cNvPr id="915" name="Shape 915"/>
        <p:cNvGrpSpPr/>
        <p:nvPr/>
      </p:nvGrpSpPr>
      <p:grpSpPr>
        <a:xfrm>
          <a:off x="0" y="0"/>
          <a:ext cx="0" cy="0"/>
          <a:chOff x="0" y="0"/>
          <a:chExt cx="0" cy="0"/>
        </a:xfrm>
      </p:grpSpPr>
      <p:sp>
        <p:nvSpPr>
          <p:cNvPr id="916" name="Google Shape;916;p173"/>
          <p:cNvSpPr txBox="1"/>
          <p:nvPr>
            <p:ph type="title"/>
          </p:nvPr>
        </p:nvSpPr>
        <p:spPr>
          <a:xfrm>
            <a:off x="607200" y="1026550"/>
            <a:ext cx="3279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917" name="Google Shape;917;p173"/>
          <p:cNvSpPr txBox="1"/>
          <p:nvPr>
            <p:ph idx="1" type="body"/>
          </p:nvPr>
        </p:nvSpPr>
        <p:spPr>
          <a:xfrm>
            <a:off x="607200" y="1781025"/>
            <a:ext cx="3279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18" name="Google Shape;918;p173"/>
          <p:cNvSpPr txBox="1"/>
          <p:nvPr>
            <p:ph idx="2" type="body"/>
          </p:nvPr>
        </p:nvSpPr>
        <p:spPr>
          <a:xfrm>
            <a:off x="607200" y="2640250"/>
            <a:ext cx="3279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19" name="Google Shape;919;p173"/>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3">
  <p:cSld name="CUSTOM_4_2_2_1_2">
    <p:bg>
      <p:bgPr>
        <a:solidFill>
          <a:schemeClr val="dk1"/>
        </a:solidFill>
      </p:bgPr>
    </p:bg>
    <p:spTree>
      <p:nvGrpSpPr>
        <p:cNvPr id="920" name="Shape 920"/>
        <p:cNvGrpSpPr/>
        <p:nvPr/>
      </p:nvGrpSpPr>
      <p:grpSpPr>
        <a:xfrm>
          <a:off x="0" y="0"/>
          <a:ext cx="0" cy="0"/>
          <a:chOff x="0" y="0"/>
          <a:chExt cx="0" cy="0"/>
        </a:xfrm>
      </p:grpSpPr>
      <p:sp>
        <p:nvSpPr>
          <p:cNvPr id="921" name="Google Shape;921;p174"/>
          <p:cNvSpPr txBox="1"/>
          <p:nvPr>
            <p:ph type="title"/>
          </p:nvPr>
        </p:nvSpPr>
        <p:spPr>
          <a:xfrm flipH="1">
            <a:off x="5273700" y="1026550"/>
            <a:ext cx="32607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922" name="Google Shape;922;p174"/>
          <p:cNvSpPr txBox="1"/>
          <p:nvPr>
            <p:ph idx="1" type="body"/>
          </p:nvPr>
        </p:nvSpPr>
        <p:spPr>
          <a:xfrm flipH="1">
            <a:off x="5273700" y="1781025"/>
            <a:ext cx="326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23" name="Google Shape;923;p174"/>
          <p:cNvSpPr txBox="1"/>
          <p:nvPr>
            <p:ph idx="2" type="body"/>
          </p:nvPr>
        </p:nvSpPr>
        <p:spPr>
          <a:xfrm flipH="1">
            <a:off x="5273700" y="2640250"/>
            <a:ext cx="32607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924" name="Google Shape;924;p174"/>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4">
  <p:cSld name="CUSTOM_4_2_2_1_1">
    <p:bg>
      <p:bgPr>
        <a:solidFill>
          <a:schemeClr val="lt1"/>
        </a:solidFill>
      </p:bgPr>
    </p:bg>
    <p:spTree>
      <p:nvGrpSpPr>
        <p:cNvPr id="925" name="Shape 925"/>
        <p:cNvGrpSpPr/>
        <p:nvPr/>
      </p:nvGrpSpPr>
      <p:grpSpPr>
        <a:xfrm>
          <a:off x="0" y="0"/>
          <a:ext cx="0" cy="0"/>
          <a:chOff x="0" y="0"/>
          <a:chExt cx="0" cy="0"/>
        </a:xfrm>
      </p:grpSpPr>
      <p:sp>
        <p:nvSpPr>
          <p:cNvPr id="926" name="Google Shape;926;p175"/>
          <p:cNvSpPr txBox="1"/>
          <p:nvPr>
            <p:ph type="title"/>
          </p:nvPr>
        </p:nvSpPr>
        <p:spPr>
          <a:xfrm>
            <a:off x="607200" y="1026550"/>
            <a:ext cx="32766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927" name="Google Shape;927;p175"/>
          <p:cNvSpPr txBox="1"/>
          <p:nvPr>
            <p:ph idx="1" type="body"/>
          </p:nvPr>
        </p:nvSpPr>
        <p:spPr>
          <a:xfrm>
            <a:off x="607200" y="1781025"/>
            <a:ext cx="32766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28" name="Google Shape;928;p175"/>
          <p:cNvSpPr txBox="1"/>
          <p:nvPr>
            <p:ph idx="2" type="body"/>
          </p:nvPr>
        </p:nvSpPr>
        <p:spPr>
          <a:xfrm>
            <a:off x="607200" y="2640250"/>
            <a:ext cx="32766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29" name="Google Shape;929;p175"/>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5">
  <p:cSld name="CUSTOM_4_2_2_1_1_1">
    <p:bg>
      <p:bgPr>
        <a:solidFill>
          <a:schemeClr val="lt1"/>
        </a:solidFill>
      </p:bgPr>
    </p:bg>
    <p:spTree>
      <p:nvGrpSpPr>
        <p:cNvPr id="930" name="Shape 930"/>
        <p:cNvGrpSpPr/>
        <p:nvPr/>
      </p:nvGrpSpPr>
      <p:grpSpPr>
        <a:xfrm>
          <a:off x="0" y="0"/>
          <a:ext cx="0" cy="0"/>
          <a:chOff x="0" y="0"/>
          <a:chExt cx="0" cy="0"/>
        </a:xfrm>
      </p:grpSpPr>
      <p:sp>
        <p:nvSpPr>
          <p:cNvPr id="931" name="Google Shape;931;p176"/>
          <p:cNvSpPr txBox="1"/>
          <p:nvPr>
            <p:ph type="title"/>
          </p:nvPr>
        </p:nvSpPr>
        <p:spPr>
          <a:xfrm flipH="1">
            <a:off x="5254500" y="1026550"/>
            <a:ext cx="32799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932" name="Google Shape;932;p176"/>
          <p:cNvSpPr txBox="1"/>
          <p:nvPr>
            <p:ph idx="1" type="body"/>
          </p:nvPr>
        </p:nvSpPr>
        <p:spPr>
          <a:xfrm flipH="1">
            <a:off x="5254500" y="1781025"/>
            <a:ext cx="32799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33" name="Google Shape;933;p176"/>
          <p:cNvSpPr txBox="1"/>
          <p:nvPr>
            <p:ph idx="2" type="body"/>
          </p:nvPr>
        </p:nvSpPr>
        <p:spPr>
          <a:xfrm flipH="1">
            <a:off x="5254500" y="2640250"/>
            <a:ext cx="32799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34" name="Google Shape;934;p176"/>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6">
  <p:cSld name="CUSTOM_4_2_1">
    <p:bg>
      <p:bgPr>
        <a:solidFill>
          <a:schemeClr val="lt1"/>
        </a:solidFill>
      </p:bgPr>
    </p:bg>
    <p:spTree>
      <p:nvGrpSpPr>
        <p:cNvPr id="935" name="Shape 935"/>
        <p:cNvGrpSpPr/>
        <p:nvPr/>
      </p:nvGrpSpPr>
      <p:grpSpPr>
        <a:xfrm>
          <a:off x="0" y="0"/>
          <a:ext cx="0" cy="0"/>
          <a:chOff x="0" y="0"/>
          <a:chExt cx="0" cy="0"/>
        </a:xfrm>
      </p:grpSpPr>
      <p:sp>
        <p:nvSpPr>
          <p:cNvPr id="936" name="Google Shape;936;p177"/>
          <p:cNvSpPr txBox="1"/>
          <p:nvPr>
            <p:ph type="title"/>
          </p:nvPr>
        </p:nvSpPr>
        <p:spPr>
          <a:xfrm>
            <a:off x="5273704"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b="0" sz="10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937" name="Google Shape;937;p177"/>
          <p:cNvSpPr txBox="1"/>
          <p:nvPr>
            <p:ph idx="1" type="subTitle"/>
          </p:nvPr>
        </p:nvSpPr>
        <p:spPr>
          <a:xfrm>
            <a:off x="5273708"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400"/>
              <a:buNone/>
              <a:defRPr b="1">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938" name="Google Shape;938;p177"/>
          <p:cNvSpPr txBox="1"/>
          <p:nvPr>
            <p:ph idx="2" type="title"/>
          </p:nvPr>
        </p:nvSpPr>
        <p:spPr>
          <a:xfrm>
            <a:off x="5273704"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sz="11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939" name="Google Shape;939;p177"/>
          <p:cNvSpPr/>
          <p:nvPr/>
        </p:nvSpPr>
        <p:spPr>
          <a:xfrm>
            <a:off x="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CUSTOM_4_1">
    <p:bg>
      <p:bgPr>
        <a:solidFill>
          <a:schemeClr val="dk1"/>
        </a:solidFill>
      </p:bgPr>
    </p:bg>
    <p:spTree>
      <p:nvGrpSpPr>
        <p:cNvPr id="940" name="Shape 940"/>
        <p:cNvGrpSpPr/>
        <p:nvPr/>
      </p:nvGrpSpPr>
      <p:grpSpPr>
        <a:xfrm>
          <a:off x="0" y="0"/>
          <a:ext cx="0" cy="0"/>
          <a:chOff x="0" y="0"/>
          <a:chExt cx="0" cy="0"/>
        </a:xfrm>
      </p:grpSpPr>
      <p:sp>
        <p:nvSpPr>
          <p:cNvPr id="941" name="Google Shape;941;p178"/>
          <p:cNvSpPr txBox="1"/>
          <p:nvPr>
            <p:ph type="title"/>
          </p:nvPr>
        </p:nvSpPr>
        <p:spPr>
          <a:xfrm>
            <a:off x="917436" y="3711750"/>
            <a:ext cx="3609300" cy="415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sz="16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42" name="Google Shape;942;p178"/>
          <p:cNvSpPr txBox="1"/>
          <p:nvPr>
            <p:ph idx="1" type="subTitle"/>
          </p:nvPr>
        </p:nvSpPr>
        <p:spPr>
          <a:xfrm>
            <a:off x="917436" y="2384875"/>
            <a:ext cx="52635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2300">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3" name="Shape 943"/>
        <p:cNvGrpSpPr/>
        <p:nvPr/>
      </p:nvGrpSpPr>
      <p:grpSpPr>
        <a:xfrm>
          <a:off x="0" y="0"/>
          <a:ext cx="0" cy="0"/>
          <a:chOff x="0" y="0"/>
          <a:chExt cx="0" cy="0"/>
        </a:xfrm>
      </p:grpSpPr>
      <p:sp>
        <p:nvSpPr>
          <p:cNvPr id="944" name="Google Shape;944;p1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1">
  <p:cSld name="CUSTOM_5_1_1">
    <p:bg>
      <p:bgPr>
        <a:noFill/>
      </p:bgPr>
    </p:bg>
    <p:spTree>
      <p:nvGrpSpPr>
        <p:cNvPr id="945" name="Shape 945"/>
        <p:cNvGrpSpPr/>
        <p:nvPr/>
      </p:nvGrpSpPr>
      <p:grpSpPr>
        <a:xfrm>
          <a:off x="0" y="0"/>
          <a:ext cx="0" cy="0"/>
          <a:chOff x="0" y="0"/>
          <a:chExt cx="0" cy="0"/>
        </a:xfrm>
      </p:grpSpPr>
      <p:sp>
        <p:nvSpPr>
          <p:cNvPr id="946" name="Google Shape;946;p180"/>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lnSpc>
                <a:spcPct val="115000"/>
              </a:lnSpc>
              <a:spcBef>
                <a:spcPts val="200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47" name="Google Shape;947;p180"/>
          <p:cNvSpPr txBox="1"/>
          <p:nvPr>
            <p:ph idx="1" type="body"/>
          </p:nvPr>
        </p:nvSpPr>
        <p:spPr>
          <a:xfrm>
            <a:off x="607200" y="1112200"/>
            <a:ext cx="7929600" cy="1147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952" name="Shape 952"/>
        <p:cNvGrpSpPr/>
        <p:nvPr/>
      </p:nvGrpSpPr>
      <p:grpSpPr>
        <a:xfrm>
          <a:off x="0" y="0"/>
          <a:ext cx="0" cy="0"/>
          <a:chOff x="0" y="0"/>
          <a:chExt cx="0" cy="0"/>
        </a:xfrm>
      </p:grpSpPr>
      <p:sp>
        <p:nvSpPr>
          <p:cNvPr id="953" name="Google Shape;953;p182"/>
          <p:cNvSpPr txBox="1"/>
          <p:nvPr>
            <p:ph type="ctrTitle"/>
          </p:nvPr>
        </p:nvSpPr>
        <p:spPr>
          <a:xfrm>
            <a:off x="1721411" y="1305136"/>
            <a:ext cx="5739900" cy="2052600"/>
          </a:xfrm>
          <a:prstGeom prst="rect">
            <a:avLst/>
          </a:prstGeom>
        </p:spPr>
        <p:txBody>
          <a:bodyPr anchorCtr="0" anchor="ctr" bIns="91425" lIns="91425" spcFirstLastPara="1" rIns="91425" wrap="square" tIns="91425">
            <a:noAutofit/>
          </a:bodyPr>
          <a:lstStyle>
            <a:lvl1pPr lvl="0" rtl="0" algn="ctr">
              <a:spcBef>
                <a:spcPts val="1000"/>
              </a:spcBef>
              <a:spcAft>
                <a:spcPts val="0"/>
              </a:spcAft>
              <a:buSzPts val="5200"/>
              <a:buNone/>
              <a:defRPr b="1" sz="44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54" name="Google Shape;954;p182"/>
          <p:cNvSpPr txBox="1"/>
          <p:nvPr>
            <p:ph idx="1" type="subTitle"/>
          </p:nvPr>
        </p:nvSpPr>
        <p:spPr>
          <a:xfrm>
            <a:off x="2970300" y="3173408"/>
            <a:ext cx="3251700" cy="41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accent5"/>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55" name="Google Shape;955;p1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6" name="Shape 956"/>
        <p:cNvGrpSpPr/>
        <p:nvPr/>
      </p:nvGrpSpPr>
      <p:grpSpPr>
        <a:xfrm>
          <a:off x="0" y="0"/>
          <a:ext cx="0" cy="0"/>
          <a:chOff x="0" y="0"/>
          <a:chExt cx="0" cy="0"/>
        </a:xfrm>
      </p:grpSpPr>
      <p:sp>
        <p:nvSpPr>
          <p:cNvPr id="957" name="Google Shape;957;p18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58" name="Google Shape;958;p1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p:cSld name="CUSTOM">
    <p:spTree>
      <p:nvGrpSpPr>
        <p:cNvPr id="959" name="Shape 959"/>
        <p:cNvGrpSpPr/>
        <p:nvPr/>
      </p:nvGrpSpPr>
      <p:grpSpPr>
        <a:xfrm>
          <a:off x="0" y="0"/>
          <a:ext cx="0" cy="0"/>
          <a:chOff x="0" y="0"/>
          <a:chExt cx="0" cy="0"/>
        </a:xfrm>
      </p:grpSpPr>
      <p:sp>
        <p:nvSpPr>
          <p:cNvPr id="960" name="Google Shape;960;p18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1" name="Google Shape;961;p184"/>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ext + picture">
  <p:cSld name="CUSTOM_2">
    <p:spTree>
      <p:nvGrpSpPr>
        <p:cNvPr id="962" name="Shape 962"/>
        <p:cNvGrpSpPr/>
        <p:nvPr/>
      </p:nvGrpSpPr>
      <p:grpSpPr>
        <a:xfrm>
          <a:off x="0" y="0"/>
          <a:ext cx="0" cy="0"/>
          <a:chOff x="0" y="0"/>
          <a:chExt cx="0" cy="0"/>
        </a:xfrm>
      </p:grpSpPr>
      <p:sp>
        <p:nvSpPr>
          <p:cNvPr id="963" name="Google Shape;963;p18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4" name="Google Shape;964;p185"/>
          <p:cNvSpPr txBox="1"/>
          <p:nvPr>
            <p:ph idx="1" type="body"/>
          </p:nvPr>
        </p:nvSpPr>
        <p:spPr>
          <a:xfrm>
            <a:off x="607200" y="1765607"/>
            <a:ext cx="3936000" cy="2667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one column">
  <p:cSld name="CUSTOM_1">
    <p:spTree>
      <p:nvGrpSpPr>
        <p:cNvPr id="965" name="Shape 965"/>
        <p:cNvGrpSpPr/>
        <p:nvPr/>
      </p:nvGrpSpPr>
      <p:grpSpPr>
        <a:xfrm>
          <a:off x="0" y="0"/>
          <a:ext cx="0" cy="0"/>
          <a:chOff x="0" y="0"/>
          <a:chExt cx="0" cy="0"/>
        </a:xfrm>
      </p:grpSpPr>
      <p:sp>
        <p:nvSpPr>
          <p:cNvPr id="966" name="Google Shape;966;p186"/>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7" name="Google Shape;967;p186"/>
          <p:cNvSpPr txBox="1"/>
          <p:nvPr>
            <p:ph idx="1" type="body"/>
          </p:nvPr>
        </p:nvSpPr>
        <p:spPr>
          <a:xfrm>
            <a:off x="607200" y="1764944"/>
            <a:ext cx="3936000" cy="77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68" name="Google Shape;968;p186"/>
          <p:cNvSpPr txBox="1"/>
          <p:nvPr>
            <p:ph idx="2" type="body"/>
          </p:nvPr>
        </p:nvSpPr>
        <p:spPr>
          <a:xfrm>
            <a:off x="607200" y="2646644"/>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list">
  <p:cSld name="CUSTOM_1_2">
    <p:spTree>
      <p:nvGrpSpPr>
        <p:cNvPr id="969" name="Shape 969"/>
        <p:cNvGrpSpPr/>
        <p:nvPr/>
      </p:nvGrpSpPr>
      <p:grpSpPr>
        <a:xfrm>
          <a:off x="0" y="0"/>
          <a:ext cx="0" cy="0"/>
          <a:chOff x="0" y="0"/>
          <a:chExt cx="0" cy="0"/>
        </a:xfrm>
      </p:grpSpPr>
      <p:sp>
        <p:nvSpPr>
          <p:cNvPr id="970" name="Google Shape;970;p187"/>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1" name="Google Shape;971;p187"/>
          <p:cNvSpPr txBox="1"/>
          <p:nvPr>
            <p:ph idx="1" type="body"/>
          </p:nvPr>
        </p:nvSpPr>
        <p:spPr>
          <a:xfrm>
            <a:off x="607200" y="1789698"/>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72" name="Google Shape;972;p187"/>
          <p:cNvSpPr txBox="1"/>
          <p:nvPr>
            <p:ph idx="2" type="body"/>
          </p:nvPr>
        </p:nvSpPr>
        <p:spPr>
          <a:xfrm>
            <a:off x="607200" y="2983598"/>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sz="1200"/>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text and bullet point">
  <p:cSld name="CUSTOM_1_2_1">
    <p:spTree>
      <p:nvGrpSpPr>
        <p:cNvPr id="973" name="Shape 973"/>
        <p:cNvGrpSpPr/>
        <p:nvPr/>
      </p:nvGrpSpPr>
      <p:grpSpPr>
        <a:xfrm>
          <a:off x="0" y="0"/>
          <a:ext cx="0" cy="0"/>
          <a:chOff x="0" y="0"/>
          <a:chExt cx="0" cy="0"/>
        </a:xfrm>
      </p:grpSpPr>
      <p:sp>
        <p:nvSpPr>
          <p:cNvPr id="974" name="Google Shape;974;p188"/>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5" name="Google Shape;975;p188"/>
          <p:cNvSpPr txBox="1"/>
          <p:nvPr>
            <p:ph idx="1" type="body"/>
          </p:nvPr>
        </p:nvSpPr>
        <p:spPr>
          <a:xfrm>
            <a:off x="607200" y="1788194"/>
            <a:ext cx="3936000" cy="1084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76" name="Google Shape;976;p188"/>
          <p:cNvSpPr txBox="1"/>
          <p:nvPr>
            <p:ph idx="2" type="body"/>
          </p:nvPr>
        </p:nvSpPr>
        <p:spPr>
          <a:xfrm>
            <a:off x="607200" y="2982094"/>
            <a:ext cx="3936000" cy="1473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list">
  <p:cSld name="CUSTOM_1_1">
    <p:spTree>
      <p:nvGrpSpPr>
        <p:cNvPr id="977" name="Shape 977"/>
        <p:cNvGrpSpPr/>
        <p:nvPr/>
      </p:nvGrpSpPr>
      <p:grpSpPr>
        <a:xfrm>
          <a:off x="0" y="0"/>
          <a:ext cx="0" cy="0"/>
          <a:chOff x="0" y="0"/>
          <a:chExt cx="0" cy="0"/>
        </a:xfrm>
      </p:grpSpPr>
      <p:sp>
        <p:nvSpPr>
          <p:cNvPr id="978" name="Google Shape;978;p189"/>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79" name="Google Shape;979;p189"/>
          <p:cNvSpPr txBox="1"/>
          <p:nvPr>
            <p:ph idx="1" type="body"/>
          </p:nvPr>
        </p:nvSpPr>
        <p:spPr>
          <a:xfrm>
            <a:off x="607200" y="1765610"/>
            <a:ext cx="3936000" cy="2673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p:cSld name="CUSTOM_1_1_1">
    <p:spTree>
      <p:nvGrpSpPr>
        <p:cNvPr id="980" name="Shape 980"/>
        <p:cNvGrpSpPr/>
        <p:nvPr/>
      </p:nvGrpSpPr>
      <p:grpSpPr>
        <a:xfrm>
          <a:off x="0" y="0"/>
          <a:ext cx="0" cy="0"/>
          <a:chOff x="0" y="0"/>
          <a:chExt cx="0" cy="0"/>
        </a:xfrm>
      </p:grpSpPr>
      <p:sp>
        <p:nvSpPr>
          <p:cNvPr id="981" name="Google Shape;981;p190"/>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2" name="Google Shape;982;p190"/>
          <p:cNvSpPr txBox="1"/>
          <p:nvPr>
            <p:ph idx="1" type="body"/>
          </p:nvPr>
        </p:nvSpPr>
        <p:spPr>
          <a:xfrm>
            <a:off x="607200" y="1765607"/>
            <a:ext cx="3936000" cy="266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983" name="Shape 983"/>
        <p:cNvGrpSpPr/>
        <p:nvPr/>
      </p:nvGrpSpPr>
      <p:grpSpPr>
        <a:xfrm>
          <a:off x="0" y="0"/>
          <a:ext cx="0" cy="0"/>
          <a:chOff x="0" y="0"/>
          <a:chExt cx="0" cy="0"/>
        </a:xfrm>
      </p:grpSpPr>
      <p:sp>
        <p:nvSpPr>
          <p:cNvPr id="984" name="Google Shape;984;p191"/>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5" name="Google Shape;985;p191"/>
          <p:cNvSpPr txBox="1"/>
          <p:nvPr>
            <p:ph idx="1" type="body"/>
          </p:nvPr>
        </p:nvSpPr>
        <p:spPr>
          <a:xfrm>
            <a:off x="607200" y="1765237"/>
            <a:ext cx="3290700" cy="1208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86" name="Google Shape;986;p1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 picture">
  <p:cSld name="TITLE_AND_BODY_1">
    <p:spTree>
      <p:nvGrpSpPr>
        <p:cNvPr id="987" name="Shape 987"/>
        <p:cNvGrpSpPr/>
        <p:nvPr/>
      </p:nvGrpSpPr>
      <p:grpSpPr>
        <a:xfrm>
          <a:off x="0" y="0"/>
          <a:ext cx="0" cy="0"/>
          <a:chOff x="0" y="0"/>
          <a:chExt cx="0" cy="0"/>
        </a:xfrm>
      </p:grpSpPr>
      <p:sp>
        <p:nvSpPr>
          <p:cNvPr id="988" name="Google Shape;988;p192"/>
          <p:cNvSpPr txBox="1"/>
          <p:nvPr>
            <p:ph type="title"/>
          </p:nvPr>
        </p:nvSpPr>
        <p:spPr>
          <a:xfrm>
            <a:off x="607200" y="1026550"/>
            <a:ext cx="3936000" cy="5394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9" name="Google Shape;989;p192"/>
          <p:cNvSpPr txBox="1"/>
          <p:nvPr>
            <p:ph idx="1" type="body"/>
          </p:nvPr>
        </p:nvSpPr>
        <p:spPr>
          <a:xfrm>
            <a:off x="607200" y="1765200"/>
            <a:ext cx="3936000" cy="2838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AutoNum type="arabicPeriod"/>
              <a:defRPr/>
            </a:lvl1pPr>
            <a:lvl2pPr indent="-304800" lvl="1" marL="914400" rtl="0">
              <a:spcBef>
                <a:spcPts val="0"/>
              </a:spcBef>
              <a:spcAft>
                <a:spcPts val="0"/>
              </a:spcAft>
              <a:buSzPts val="1200"/>
              <a:buAutoNum type="alphaLcPeriod"/>
              <a:defRPr/>
            </a:lvl2pPr>
            <a:lvl3pPr indent="-304800" lvl="2" marL="1371600" rtl="0">
              <a:spcBef>
                <a:spcPts val="0"/>
              </a:spcBef>
              <a:spcAft>
                <a:spcPts val="0"/>
              </a:spcAft>
              <a:buSzPts val="1200"/>
              <a:buAutoNum type="romanLcPeriod"/>
              <a:defRPr/>
            </a:lvl3pPr>
            <a:lvl4pPr indent="-304800" lvl="3" marL="1828800" rtl="0">
              <a:spcBef>
                <a:spcPts val="0"/>
              </a:spcBef>
              <a:spcAft>
                <a:spcPts val="0"/>
              </a:spcAft>
              <a:buSzPts val="1200"/>
              <a:buAutoNum type="arabicPeriod"/>
              <a:defRPr/>
            </a:lvl4pPr>
            <a:lvl5pPr indent="-304800" lvl="4" marL="2286000" rtl="0">
              <a:spcBef>
                <a:spcPts val="0"/>
              </a:spcBef>
              <a:spcAft>
                <a:spcPts val="0"/>
              </a:spcAft>
              <a:buSzPts val="1200"/>
              <a:buAutoNum type="alphaLcPeriod"/>
              <a:defRPr/>
            </a:lvl5pPr>
            <a:lvl6pPr indent="-304800" lvl="5" marL="2743200" rtl="0">
              <a:spcBef>
                <a:spcPts val="0"/>
              </a:spcBef>
              <a:spcAft>
                <a:spcPts val="0"/>
              </a:spcAft>
              <a:buSzPts val="1200"/>
              <a:buAutoNum type="romanLcPeriod"/>
              <a:defRPr/>
            </a:lvl6pPr>
            <a:lvl7pPr indent="-304800" lvl="6" marL="3200400" rtl="0">
              <a:spcBef>
                <a:spcPts val="0"/>
              </a:spcBef>
              <a:spcAft>
                <a:spcPts val="0"/>
              </a:spcAft>
              <a:buSzPts val="1200"/>
              <a:buAutoNum type="arabicPeriod"/>
              <a:defRPr/>
            </a:lvl7pPr>
            <a:lvl8pPr indent="-304800" lvl="7" marL="3657600" rtl="0">
              <a:spcBef>
                <a:spcPts val="0"/>
              </a:spcBef>
              <a:spcAft>
                <a:spcPts val="0"/>
              </a:spcAft>
              <a:buSzPts val="1200"/>
              <a:buAutoNum type="alphaLcPeriod"/>
              <a:defRPr/>
            </a:lvl8pPr>
            <a:lvl9pPr indent="-304800" lvl="8" marL="4114800" rtl="0">
              <a:spcBef>
                <a:spcPts val="0"/>
              </a:spcBef>
              <a:spcAft>
                <a:spcPts val="0"/>
              </a:spcAft>
              <a:buSzPts val="1200"/>
              <a:buAutoNum type="romanLcPeriod"/>
              <a:defRPr/>
            </a:lvl9pPr>
          </a:lstStyle>
          <a:p/>
        </p:txBody>
      </p:sp>
      <p:sp>
        <p:nvSpPr>
          <p:cNvPr id="990" name="Google Shape;990;p1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ext and list">
  <p:cSld name="TITLE_AND_BODY_1_1">
    <p:spTree>
      <p:nvGrpSpPr>
        <p:cNvPr id="991" name="Shape 991"/>
        <p:cNvGrpSpPr/>
        <p:nvPr/>
      </p:nvGrpSpPr>
      <p:grpSpPr>
        <a:xfrm>
          <a:off x="0" y="0"/>
          <a:ext cx="0" cy="0"/>
          <a:chOff x="0" y="0"/>
          <a:chExt cx="0" cy="0"/>
        </a:xfrm>
      </p:grpSpPr>
      <p:sp>
        <p:nvSpPr>
          <p:cNvPr id="992" name="Google Shape;992;p193"/>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3" name="Google Shape;993;p1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4" name="Google Shape;994;p193"/>
          <p:cNvSpPr txBox="1"/>
          <p:nvPr>
            <p:ph idx="1" type="body"/>
          </p:nvPr>
        </p:nvSpPr>
        <p:spPr>
          <a:xfrm>
            <a:off x="607200" y="1781026"/>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95" name="Google Shape;995;p193"/>
          <p:cNvSpPr txBox="1"/>
          <p:nvPr>
            <p:ph idx="2" type="body"/>
          </p:nvPr>
        </p:nvSpPr>
        <p:spPr>
          <a:xfrm>
            <a:off x="607200" y="2640259"/>
            <a:ext cx="39360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USTOM_3">
    <p:spTree>
      <p:nvGrpSpPr>
        <p:cNvPr id="996" name="Shape 996"/>
        <p:cNvGrpSpPr/>
        <p:nvPr/>
      </p:nvGrpSpPr>
      <p:grpSpPr>
        <a:xfrm>
          <a:off x="0" y="0"/>
          <a:ext cx="0" cy="0"/>
          <a:chOff x="0" y="0"/>
          <a:chExt cx="0" cy="0"/>
        </a:xfrm>
      </p:grpSpPr>
      <p:sp>
        <p:nvSpPr>
          <p:cNvPr id="997" name="Google Shape;997;p194"/>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8" name="Google Shape;998;p194"/>
          <p:cNvSpPr txBox="1"/>
          <p:nvPr>
            <p:ph idx="1" type="body"/>
          </p:nvPr>
        </p:nvSpPr>
        <p:spPr>
          <a:xfrm>
            <a:off x="60720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99" name="Google Shape;999;p194"/>
          <p:cNvSpPr txBox="1"/>
          <p:nvPr>
            <p:ph idx="2" type="body"/>
          </p:nvPr>
        </p:nvSpPr>
        <p:spPr>
          <a:xfrm>
            <a:off x="607200"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0" name="Google Shape;1000;p194"/>
          <p:cNvSpPr txBox="1"/>
          <p:nvPr>
            <p:ph idx="3" type="body"/>
          </p:nvPr>
        </p:nvSpPr>
        <p:spPr>
          <a:xfrm>
            <a:off x="4585130" y="1781200"/>
            <a:ext cx="3290700" cy="742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1" name="Google Shape;1001;p194"/>
          <p:cNvSpPr txBox="1"/>
          <p:nvPr>
            <p:ph idx="4" type="body"/>
          </p:nvPr>
        </p:nvSpPr>
        <p:spPr>
          <a:xfrm>
            <a:off x="4585128" y="2646647"/>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USTOM_3_1">
    <p:spTree>
      <p:nvGrpSpPr>
        <p:cNvPr id="1002" name="Shape 1002"/>
        <p:cNvGrpSpPr/>
        <p:nvPr/>
      </p:nvGrpSpPr>
      <p:grpSpPr>
        <a:xfrm>
          <a:off x="0" y="0"/>
          <a:ext cx="0" cy="0"/>
          <a:chOff x="0" y="0"/>
          <a:chExt cx="0" cy="0"/>
        </a:xfrm>
      </p:grpSpPr>
      <p:sp>
        <p:nvSpPr>
          <p:cNvPr id="1003" name="Google Shape;1003;p195"/>
          <p:cNvSpPr txBox="1"/>
          <p:nvPr>
            <p:ph type="title"/>
          </p:nvPr>
        </p:nvSpPr>
        <p:spPr>
          <a:xfrm>
            <a:off x="607200" y="1000729"/>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4" name="Google Shape;1004;p195"/>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5" name="Google Shape;1005;p195"/>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6" name="Google Shape;1006;p195"/>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7" name="Google Shape;1007;p195"/>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08" name="Google Shape;1008;p195"/>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09" name="Google Shape;1009;p195"/>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p:cSld name="TITLE_AND_BODY_1_1_1">
    <p:spTree>
      <p:nvGrpSpPr>
        <p:cNvPr id="1010" name="Shape 1010"/>
        <p:cNvGrpSpPr/>
        <p:nvPr/>
      </p:nvGrpSpPr>
      <p:grpSpPr>
        <a:xfrm>
          <a:off x="0" y="0"/>
          <a:ext cx="0" cy="0"/>
          <a:chOff x="0" y="0"/>
          <a:chExt cx="0" cy="0"/>
        </a:xfrm>
      </p:grpSpPr>
      <p:sp>
        <p:nvSpPr>
          <p:cNvPr id="1011" name="Google Shape;1011;p196"/>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2" name="Google Shape;1012;p1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13" name="Google Shape;1013;p196"/>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14" name="Google Shape;1014;p196"/>
          <p:cNvSpPr txBox="1"/>
          <p:nvPr>
            <p:ph idx="2" type="body"/>
          </p:nvPr>
        </p:nvSpPr>
        <p:spPr>
          <a:xfrm>
            <a:off x="607200"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15" name="Google Shape;1015;p196"/>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16" name="Google Shape;1016;p196"/>
          <p:cNvSpPr txBox="1"/>
          <p:nvPr>
            <p:ph idx="4" type="body"/>
          </p:nvPr>
        </p:nvSpPr>
        <p:spPr>
          <a:xfrm>
            <a:off x="4589631" y="2640256"/>
            <a:ext cx="32907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and list 2">
  <p:cSld name="TITLE_AND_BODY_1_1_1_1">
    <p:spTree>
      <p:nvGrpSpPr>
        <p:cNvPr id="1017" name="Shape 1017"/>
        <p:cNvGrpSpPr/>
        <p:nvPr/>
      </p:nvGrpSpPr>
      <p:grpSpPr>
        <a:xfrm>
          <a:off x="0" y="0"/>
          <a:ext cx="0" cy="0"/>
          <a:chOff x="0" y="0"/>
          <a:chExt cx="0" cy="0"/>
        </a:xfrm>
      </p:grpSpPr>
      <p:sp>
        <p:nvSpPr>
          <p:cNvPr id="1018" name="Google Shape;1018;p19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9" name="Google Shape;1019;p1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0" name="Google Shape;1020;p197"/>
          <p:cNvSpPr txBox="1"/>
          <p:nvPr>
            <p:ph idx="1" type="body"/>
          </p:nvPr>
        </p:nvSpPr>
        <p:spPr>
          <a:xfrm>
            <a:off x="607200"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21" name="Google Shape;1021;p197"/>
          <p:cNvSpPr txBox="1"/>
          <p:nvPr>
            <p:ph idx="2" type="body"/>
          </p:nvPr>
        </p:nvSpPr>
        <p:spPr>
          <a:xfrm>
            <a:off x="607200"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22" name="Google Shape;1022;p197"/>
          <p:cNvSpPr txBox="1"/>
          <p:nvPr>
            <p:ph idx="3" type="body"/>
          </p:nvPr>
        </p:nvSpPr>
        <p:spPr>
          <a:xfrm>
            <a:off x="4600925" y="2181386"/>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23" name="Google Shape;1023;p197"/>
          <p:cNvSpPr txBox="1"/>
          <p:nvPr>
            <p:ph idx="4" type="body"/>
          </p:nvPr>
        </p:nvSpPr>
        <p:spPr>
          <a:xfrm>
            <a:off x="4600925" y="3040624"/>
            <a:ext cx="3290700" cy="1563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24" name="Google Shape;1024;p197"/>
          <p:cNvSpPr txBox="1"/>
          <p:nvPr>
            <p:ph idx="5" type="subTitle"/>
          </p:nvPr>
        </p:nvSpPr>
        <p:spPr>
          <a:xfrm>
            <a:off x="607200"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25" name="Google Shape;1025;p197"/>
          <p:cNvSpPr txBox="1"/>
          <p:nvPr>
            <p:ph idx="6" type="subTitle"/>
          </p:nvPr>
        </p:nvSpPr>
        <p:spPr>
          <a:xfrm>
            <a:off x="4600925" y="1785575"/>
            <a:ext cx="32907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and list" type="twoColTx">
  <p:cSld name="TITLE_AND_TWO_COLUMNS">
    <p:spTree>
      <p:nvGrpSpPr>
        <p:cNvPr id="1026" name="Shape 1026"/>
        <p:cNvGrpSpPr/>
        <p:nvPr/>
      </p:nvGrpSpPr>
      <p:grpSpPr>
        <a:xfrm>
          <a:off x="0" y="0"/>
          <a:ext cx="0" cy="0"/>
          <a:chOff x="0" y="0"/>
          <a:chExt cx="0" cy="0"/>
        </a:xfrm>
      </p:grpSpPr>
      <p:sp>
        <p:nvSpPr>
          <p:cNvPr id="1027" name="Google Shape;1027;p1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28" name="Google Shape;1028;p19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9" name="Google Shape;1029;p198"/>
          <p:cNvSpPr txBox="1"/>
          <p:nvPr>
            <p:ph idx="1" type="body"/>
          </p:nvPr>
        </p:nvSpPr>
        <p:spPr>
          <a:xfrm>
            <a:off x="60720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0" name="Google Shape;1030;p198"/>
          <p:cNvSpPr txBox="1"/>
          <p:nvPr>
            <p:ph idx="2" type="body"/>
          </p:nvPr>
        </p:nvSpPr>
        <p:spPr>
          <a:xfrm>
            <a:off x="60720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1" name="Google Shape;1031;p198"/>
          <p:cNvSpPr txBox="1"/>
          <p:nvPr>
            <p:ph idx="3" type="body"/>
          </p:nvPr>
        </p:nvSpPr>
        <p:spPr>
          <a:xfrm>
            <a:off x="35962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2" name="Google Shape;1032;p198"/>
          <p:cNvSpPr txBox="1"/>
          <p:nvPr>
            <p:ph idx="4" type="body"/>
          </p:nvPr>
        </p:nvSpPr>
        <p:spPr>
          <a:xfrm>
            <a:off x="35962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3" name="Google Shape;1033;p198"/>
          <p:cNvSpPr txBox="1"/>
          <p:nvPr>
            <p:ph idx="5" type="body"/>
          </p:nvPr>
        </p:nvSpPr>
        <p:spPr>
          <a:xfrm>
            <a:off x="6588450" y="1781025"/>
            <a:ext cx="19515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4" name="Google Shape;1034;p198"/>
          <p:cNvSpPr txBox="1"/>
          <p:nvPr>
            <p:ph idx="6" type="body"/>
          </p:nvPr>
        </p:nvSpPr>
        <p:spPr>
          <a:xfrm>
            <a:off x="6588450" y="2640253"/>
            <a:ext cx="1951500" cy="178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p:cSld name="TITLE_AND_TWO_COLUMNS_1">
    <p:spTree>
      <p:nvGrpSpPr>
        <p:cNvPr id="1035" name="Shape 1035"/>
        <p:cNvGrpSpPr/>
        <p:nvPr/>
      </p:nvGrpSpPr>
      <p:grpSpPr>
        <a:xfrm>
          <a:off x="0" y="0"/>
          <a:ext cx="0" cy="0"/>
          <a:chOff x="0" y="0"/>
          <a:chExt cx="0" cy="0"/>
        </a:xfrm>
      </p:grpSpPr>
      <p:sp>
        <p:nvSpPr>
          <p:cNvPr id="1036" name="Google Shape;1036;p1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7" name="Google Shape;1037;p199"/>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8" name="Google Shape;1038;p199"/>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9" name="Google Shape;1039;p199"/>
          <p:cNvSpPr txBox="1"/>
          <p:nvPr>
            <p:ph idx="2" type="body"/>
          </p:nvPr>
        </p:nvSpPr>
        <p:spPr>
          <a:xfrm>
            <a:off x="35962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0" name="Google Shape;1040;p199"/>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1" name="Google Shape;1041;p199"/>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42" name="Google Shape;1042;p199"/>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43" name="Google Shape;1043;p199"/>
          <p:cNvSpPr txBox="1"/>
          <p:nvPr>
            <p:ph idx="6" type="subTitle"/>
          </p:nvPr>
        </p:nvSpPr>
        <p:spPr>
          <a:xfrm>
            <a:off x="3597825"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p:cSld name="TITLE_AND_TWO_COLUMNS_1_1">
    <p:spTree>
      <p:nvGrpSpPr>
        <p:cNvPr id="1044" name="Shape 1044"/>
        <p:cNvGrpSpPr/>
        <p:nvPr/>
      </p:nvGrpSpPr>
      <p:grpSpPr>
        <a:xfrm>
          <a:off x="0" y="0"/>
          <a:ext cx="0" cy="0"/>
          <a:chOff x="0" y="0"/>
          <a:chExt cx="0" cy="0"/>
        </a:xfrm>
      </p:grpSpPr>
      <p:sp>
        <p:nvSpPr>
          <p:cNvPr id="1045" name="Google Shape;1045;p2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6" name="Google Shape;1046;p200"/>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7" name="Google Shape;1047;p200"/>
          <p:cNvSpPr txBox="1"/>
          <p:nvPr>
            <p:ph idx="1" type="body"/>
          </p:nvPr>
        </p:nvSpPr>
        <p:spPr>
          <a:xfrm>
            <a:off x="6072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8" name="Google Shape;1048;p200"/>
          <p:cNvSpPr txBox="1"/>
          <p:nvPr>
            <p:ph idx="2" type="body"/>
          </p:nvPr>
        </p:nvSpPr>
        <p:spPr>
          <a:xfrm>
            <a:off x="26009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9" name="Google Shape;1049;p200"/>
          <p:cNvSpPr txBox="1"/>
          <p:nvPr>
            <p:ph idx="3" type="body"/>
          </p:nvPr>
        </p:nvSpPr>
        <p:spPr>
          <a:xfrm>
            <a:off x="658845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50" name="Google Shape;1050;p200"/>
          <p:cNvSpPr txBox="1"/>
          <p:nvPr>
            <p:ph idx="4" type="subTitle"/>
          </p:nvPr>
        </p:nvSpPr>
        <p:spPr>
          <a:xfrm>
            <a:off x="6072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51" name="Google Shape;1051;p200"/>
          <p:cNvSpPr txBox="1"/>
          <p:nvPr>
            <p:ph idx="5" type="subTitle"/>
          </p:nvPr>
        </p:nvSpPr>
        <p:spPr>
          <a:xfrm>
            <a:off x="65884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52" name="Google Shape;1052;p200"/>
          <p:cNvSpPr txBox="1"/>
          <p:nvPr>
            <p:ph idx="6" type="subTitle"/>
          </p:nvPr>
        </p:nvSpPr>
        <p:spPr>
          <a:xfrm>
            <a:off x="260095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53" name="Google Shape;1053;p200"/>
          <p:cNvSpPr txBox="1"/>
          <p:nvPr>
            <p:ph idx="7" type="body"/>
          </p:nvPr>
        </p:nvSpPr>
        <p:spPr>
          <a:xfrm>
            <a:off x="4594700" y="2178125"/>
            <a:ext cx="1951500" cy="2248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54" name="Google Shape;1054;p200"/>
          <p:cNvSpPr txBox="1"/>
          <p:nvPr>
            <p:ph idx="8" type="subTitle"/>
          </p:nvPr>
        </p:nvSpPr>
        <p:spPr>
          <a:xfrm>
            <a:off x="4594700" y="1785575"/>
            <a:ext cx="19515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TWO_COLUMNS_1_1_2">
    <p:spTree>
      <p:nvGrpSpPr>
        <p:cNvPr id="1055" name="Shape 1055"/>
        <p:cNvGrpSpPr/>
        <p:nvPr/>
      </p:nvGrpSpPr>
      <p:grpSpPr>
        <a:xfrm>
          <a:off x="0" y="0"/>
          <a:ext cx="0" cy="0"/>
          <a:chOff x="0" y="0"/>
          <a:chExt cx="0" cy="0"/>
        </a:xfrm>
      </p:grpSpPr>
      <p:sp>
        <p:nvSpPr>
          <p:cNvPr id="1056" name="Google Shape;1056;p2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7" name="Google Shape;1057;p201"/>
          <p:cNvSpPr txBox="1"/>
          <p:nvPr>
            <p:ph idx="1" type="body"/>
          </p:nvPr>
        </p:nvSpPr>
        <p:spPr>
          <a:xfrm>
            <a:off x="60720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58" name="Google Shape;1058;p201"/>
          <p:cNvSpPr txBox="1"/>
          <p:nvPr>
            <p:ph idx="2" type="body"/>
          </p:nvPr>
        </p:nvSpPr>
        <p:spPr>
          <a:xfrm>
            <a:off x="262975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59" name="Google Shape;1059;p201"/>
          <p:cNvSpPr txBox="1"/>
          <p:nvPr>
            <p:ph idx="3" type="body"/>
          </p:nvPr>
        </p:nvSpPr>
        <p:spPr>
          <a:xfrm>
            <a:off x="667485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60" name="Google Shape;1060;p201"/>
          <p:cNvSpPr txBox="1"/>
          <p:nvPr>
            <p:ph idx="4" type="subTitle"/>
          </p:nvPr>
        </p:nvSpPr>
        <p:spPr>
          <a:xfrm>
            <a:off x="607200" y="34457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1" name="Google Shape;1061;p201"/>
          <p:cNvSpPr txBox="1"/>
          <p:nvPr>
            <p:ph idx="5" type="subTitle"/>
          </p:nvPr>
        </p:nvSpPr>
        <p:spPr>
          <a:xfrm>
            <a:off x="6674850" y="34457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2" name="Google Shape;1062;p201"/>
          <p:cNvSpPr txBox="1"/>
          <p:nvPr>
            <p:ph idx="6" type="subTitle"/>
          </p:nvPr>
        </p:nvSpPr>
        <p:spPr>
          <a:xfrm>
            <a:off x="2629750" y="34457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3" name="Google Shape;1063;p201"/>
          <p:cNvSpPr txBox="1"/>
          <p:nvPr>
            <p:ph idx="7" type="body"/>
          </p:nvPr>
        </p:nvSpPr>
        <p:spPr>
          <a:xfrm>
            <a:off x="4652300" y="1566800"/>
            <a:ext cx="1865100" cy="2554800"/>
          </a:xfrm>
          <a:prstGeom prst="rect">
            <a:avLst/>
          </a:prstGeom>
          <a:solidFill>
            <a:srgbClr val="F5F5F5"/>
          </a:solidFill>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000">
                <a:solidFill>
                  <a:srgbClr val="3C4856"/>
                </a:solidFill>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64" name="Google Shape;1064;p201"/>
          <p:cNvSpPr txBox="1"/>
          <p:nvPr>
            <p:ph idx="8" type="subTitle"/>
          </p:nvPr>
        </p:nvSpPr>
        <p:spPr>
          <a:xfrm>
            <a:off x="4652300" y="3445725"/>
            <a:ext cx="1402800" cy="35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000">
                <a:solidFill>
                  <a:srgbClr val="3C4856"/>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5" name="Google Shape;1065;p201"/>
          <p:cNvSpPr txBox="1"/>
          <p:nvPr>
            <p:ph type="title"/>
          </p:nvPr>
        </p:nvSpPr>
        <p:spPr>
          <a:xfrm>
            <a:off x="606900" y="679257"/>
            <a:ext cx="5931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6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66" name="Google Shape;1066;p201"/>
          <p:cNvSpPr txBox="1"/>
          <p:nvPr>
            <p:ph idx="9" type="title"/>
          </p:nvPr>
        </p:nvSpPr>
        <p:spPr>
          <a:xfrm>
            <a:off x="4571300" y="421568"/>
            <a:ext cx="3972000" cy="299100"/>
          </a:xfrm>
          <a:prstGeom prst="rect">
            <a:avLst/>
          </a:prstGeom>
        </p:spPr>
        <p:txBody>
          <a:bodyPr anchorCtr="0" anchor="b" bIns="54850" lIns="91425" spcFirstLastPara="1" rIns="91425" wrap="square" tIns="91425">
            <a:noAutofit/>
          </a:bodyPr>
          <a:lstStyle>
            <a:lvl1pPr lvl="0" rt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67" name="Google Shape;1067;p201"/>
          <p:cNvSpPr txBox="1"/>
          <p:nvPr>
            <p:ph idx="13" type="title"/>
          </p:nvPr>
        </p:nvSpPr>
        <p:spPr>
          <a:xfrm>
            <a:off x="606900" y="436275"/>
            <a:ext cx="1955100" cy="245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0" sz="900">
                <a:solidFill>
                  <a:schemeClr val="accent4"/>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TITLE_AND_TWO_COLUMNS_1_1_1">
    <p:spTree>
      <p:nvGrpSpPr>
        <p:cNvPr id="1068" name="Shape 1068"/>
        <p:cNvGrpSpPr/>
        <p:nvPr/>
      </p:nvGrpSpPr>
      <p:grpSpPr>
        <a:xfrm>
          <a:off x="0" y="0"/>
          <a:ext cx="0" cy="0"/>
          <a:chOff x="0" y="0"/>
          <a:chExt cx="0" cy="0"/>
        </a:xfrm>
      </p:grpSpPr>
      <p:sp>
        <p:nvSpPr>
          <p:cNvPr id="1069" name="Google Shape;1069;p2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0" name="Google Shape;1070;p202"/>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1" name="Google Shape;1071;p202"/>
          <p:cNvSpPr txBox="1"/>
          <p:nvPr>
            <p:ph idx="1" type="body"/>
          </p:nvPr>
        </p:nvSpPr>
        <p:spPr>
          <a:xfrm>
            <a:off x="3314406" y="178557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72" name="Google Shape;1072;p202"/>
          <p:cNvSpPr txBox="1"/>
          <p:nvPr>
            <p:ph idx="2" type="body"/>
          </p:nvPr>
        </p:nvSpPr>
        <p:spPr>
          <a:xfrm>
            <a:off x="3314406" y="3305922"/>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73" name="Google Shape;1073;p202"/>
          <p:cNvSpPr txBox="1"/>
          <p:nvPr>
            <p:ph idx="3" type="body"/>
          </p:nvPr>
        </p:nvSpPr>
        <p:spPr>
          <a:xfrm>
            <a:off x="3314406" y="4066095"/>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74" name="Google Shape;1074;p202"/>
          <p:cNvSpPr txBox="1"/>
          <p:nvPr>
            <p:ph idx="4" type="subTitle"/>
          </p:nvPr>
        </p:nvSpPr>
        <p:spPr>
          <a:xfrm>
            <a:off x="1301106" y="178557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75" name="Google Shape;1075;p202"/>
          <p:cNvSpPr txBox="1"/>
          <p:nvPr>
            <p:ph idx="5" type="subTitle"/>
          </p:nvPr>
        </p:nvSpPr>
        <p:spPr>
          <a:xfrm>
            <a:off x="1301106" y="4066095"/>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76" name="Google Shape;1076;p202"/>
          <p:cNvSpPr txBox="1"/>
          <p:nvPr>
            <p:ph idx="6" type="subTitle"/>
          </p:nvPr>
        </p:nvSpPr>
        <p:spPr>
          <a:xfrm>
            <a:off x="1301106" y="2545748"/>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77" name="Google Shape;1077;p202"/>
          <p:cNvSpPr txBox="1"/>
          <p:nvPr>
            <p:ph idx="7" type="body"/>
          </p:nvPr>
        </p:nvSpPr>
        <p:spPr>
          <a:xfrm>
            <a:off x="3314406" y="2545748"/>
            <a:ext cx="3936000" cy="536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78" name="Google Shape;1078;p202"/>
          <p:cNvSpPr txBox="1"/>
          <p:nvPr>
            <p:ph idx="8" type="subTitle"/>
          </p:nvPr>
        </p:nvSpPr>
        <p:spPr>
          <a:xfrm>
            <a:off x="1301106" y="3305922"/>
            <a:ext cx="19515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1" sz="1200">
                <a:solidFill>
                  <a:schemeClr val="accent4"/>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9" name="Shape 1079"/>
        <p:cNvGrpSpPr/>
        <p:nvPr/>
      </p:nvGrpSpPr>
      <p:grpSpPr>
        <a:xfrm>
          <a:off x="0" y="0"/>
          <a:ext cx="0" cy="0"/>
          <a:chOff x="0" y="0"/>
          <a:chExt cx="0" cy="0"/>
        </a:xfrm>
      </p:grpSpPr>
      <p:sp>
        <p:nvSpPr>
          <p:cNvPr id="1080" name="Google Shape;1080;p2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1" name="Google Shape;1081;p203"/>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nd timeline">
  <p:cSld name="TITLE_ONLY_1">
    <p:spTree>
      <p:nvGrpSpPr>
        <p:cNvPr id="1082" name="Shape 1082"/>
        <p:cNvGrpSpPr/>
        <p:nvPr/>
      </p:nvGrpSpPr>
      <p:grpSpPr>
        <a:xfrm>
          <a:off x="0" y="0"/>
          <a:ext cx="0" cy="0"/>
          <a:chOff x="0" y="0"/>
          <a:chExt cx="0" cy="0"/>
        </a:xfrm>
      </p:grpSpPr>
      <p:sp>
        <p:nvSpPr>
          <p:cNvPr id="1083" name="Google Shape;1083;p2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4" name="Google Shape;1084;p204"/>
          <p:cNvSpPr txBox="1"/>
          <p:nvPr>
            <p:ph type="title"/>
          </p:nvPr>
        </p:nvSpPr>
        <p:spPr>
          <a:xfrm>
            <a:off x="607200" y="1026543"/>
            <a:ext cx="3936000" cy="538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CUSTOM_5">
    <p:bg>
      <p:bgPr>
        <a:noFill/>
      </p:bgPr>
    </p:bg>
    <p:spTree>
      <p:nvGrpSpPr>
        <p:cNvPr id="1085" name="Shape 1085"/>
        <p:cNvGrpSpPr/>
        <p:nvPr/>
      </p:nvGrpSpPr>
      <p:grpSpPr>
        <a:xfrm>
          <a:off x="0" y="0"/>
          <a:ext cx="0" cy="0"/>
          <a:chOff x="0" y="0"/>
          <a:chExt cx="0" cy="0"/>
        </a:xfrm>
      </p:grpSpPr>
      <p:sp>
        <p:nvSpPr>
          <p:cNvPr id="1086" name="Google Shape;1086;p205"/>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5_2">
    <p:bg>
      <p:bgPr>
        <a:noFill/>
      </p:bgPr>
    </p:bg>
    <p:spTree>
      <p:nvGrpSpPr>
        <p:cNvPr id="1087" name="Shape 1087"/>
        <p:cNvGrpSpPr/>
        <p:nvPr/>
      </p:nvGrpSpPr>
      <p:grpSpPr>
        <a:xfrm>
          <a:off x="0" y="0"/>
          <a:ext cx="0" cy="0"/>
          <a:chOff x="0" y="0"/>
          <a:chExt cx="0" cy="0"/>
        </a:xfrm>
      </p:grpSpPr>
      <p:sp>
        <p:nvSpPr>
          <p:cNvPr id="1088" name="Google Shape;1088;p206"/>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2_2">
    <p:bg>
      <p:bgPr>
        <a:noFill/>
      </p:bgPr>
    </p:bg>
    <p:spTree>
      <p:nvGrpSpPr>
        <p:cNvPr id="1089" name="Shape 1089"/>
        <p:cNvGrpSpPr/>
        <p:nvPr/>
      </p:nvGrpSpPr>
      <p:grpSpPr>
        <a:xfrm>
          <a:off x="0" y="0"/>
          <a:ext cx="0" cy="0"/>
          <a:chOff x="0" y="0"/>
          <a:chExt cx="0" cy="0"/>
        </a:xfrm>
      </p:grpSpPr>
      <p:sp>
        <p:nvSpPr>
          <p:cNvPr id="1090" name="Google Shape;1090;p207"/>
          <p:cNvSpPr txBox="1"/>
          <p:nvPr>
            <p:ph type="title"/>
          </p:nvPr>
        </p:nvSpPr>
        <p:spPr>
          <a:xfrm>
            <a:off x="606900" y="679257"/>
            <a:ext cx="5931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6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91" name="Google Shape;1091;p207"/>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rt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92" name="Google Shape;1092;p207"/>
          <p:cNvSpPr txBox="1"/>
          <p:nvPr>
            <p:ph idx="3" type="title"/>
          </p:nvPr>
        </p:nvSpPr>
        <p:spPr>
          <a:xfrm>
            <a:off x="606900" y="436275"/>
            <a:ext cx="1955100" cy="245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0" sz="900">
                <a:solidFill>
                  <a:schemeClr val="accent4"/>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_2_1">
    <p:bg>
      <p:bgPr>
        <a:noFill/>
      </p:bgPr>
    </p:bg>
    <p:spTree>
      <p:nvGrpSpPr>
        <p:cNvPr id="1093" name="Shape 1093"/>
        <p:cNvGrpSpPr/>
        <p:nvPr/>
      </p:nvGrpSpPr>
      <p:grpSpPr>
        <a:xfrm>
          <a:off x="0" y="0"/>
          <a:ext cx="0" cy="0"/>
          <a:chOff x="0" y="0"/>
          <a:chExt cx="0" cy="0"/>
        </a:xfrm>
      </p:grpSpPr>
      <p:sp>
        <p:nvSpPr>
          <p:cNvPr id="1094" name="Google Shape;1094;p208"/>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6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95" name="Google Shape;1095;p208"/>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rt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96" name="Google Shape;1096;p208"/>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0" sz="900">
                <a:solidFill>
                  <a:schemeClr val="accent4"/>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2_1_1">
    <p:bg>
      <p:bgPr>
        <a:noFill/>
      </p:bgPr>
    </p:bg>
    <p:spTree>
      <p:nvGrpSpPr>
        <p:cNvPr id="1097" name="Shape 1097"/>
        <p:cNvGrpSpPr/>
        <p:nvPr/>
      </p:nvGrpSpPr>
      <p:grpSpPr>
        <a:xfrm>
          <a:off x="0" y="0"/>
          <a:ext cx="0" cy="0"/>
          <a:chOff x="0" y="0"/>
          <a:chExt cx="0" cy="0"/>
        </a:xfrm>
      </p:grpSpPr>
      <p:sp>
        <p:nvSpPr>
          <p:cNvPr id="1098" name="Google Shape;1098;p209"/>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6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099" name="Google Shape;1099;p209"/>
          <p:cNvSpPr txBox="1"/>
          <p:nvPr>
            <p:ph idx="2" type="title"/>
          </p:nvPr>
        </p:nvSpPr>
        <p:spPr>
          <a:xfrm>
            <a:off x="4571300" y="421568"/>
            <a:ext cx="3972000" cy="299100"/>
          </a:xfrm>
          <a:prstGeom prst="rect">
            <a:avLst/>
          </a:prstGeom>
        </p:spPr>
        <p:txBody>
          <a:bodyPr anchorCtr="0" anchor="b" bIns="54850" lIns="91425" spcFirstLastPara="1" rIns="91425" wrap="square" tIns="91425">
            <a:noAutofit/>
          </a:bodyPr>
          <a:lstStyle>
            <a:lvl1pPr lvl="0" rtl="0" algn="r">
              <a:spcBef>
                <a:spcPts val="0"/>
              </a:spcBef>
              <a:spcAft>
                <a:spcPts val="0"/>
              </a:spcAft>
              <a:buSzPts val="1800"/>
              <a:buNone/>
              <a:defRPr b="0" sz="1100">
                <a:solidFill>
                  <a:schemeClr val="accent4"/>
                </a:solidFill>
                <a:latin typeface="Poppins SemiBold"/>
                <a:ea typeface="Poppins SemiBold"/>
                <a:cs typeface="Poppins SemiBold"/>
                <a:sym typeface="Poppins SemiBold"/>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00" name="Google Shape;1100;p209"/>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0" sz="900">
                <a:solidFill>
                  <a:schemeClr val="accent4"/>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01" name="Google Shape;1101;p209"/>
          <p:cNvSpPr/>
          <p:nvPr/>
        </p:nvSpPr>
        <p:spPr>
          <a:xfrm>
            <a:off x="2689600" y="1257175"/>
            <a:ext cx="6080400" cy="3632400"/>
          </a:xfrm>
          <a:prstGeom prst="rect">
            <a:avLst/>
          </a:prstGeom>
          <a:noFill/>
          <a:ln cap="flat" cmpd="sng" w="9525">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_5_1">
    <p:bg>
      <p:bgPr>
        <a:noFill/>
      </p:bgPr>
    </p:bg>
    <p:spTree>
      <p:nvGrpSpPr>
        <p:cNvPr id="1102" name="Shape 1102"/>
        <p:cNvGrpSpPr/>
        <p:nvPr/>
      </p:nvGrpSpPr>
      <p:grpSpPr>
        <a:xfrm>
          <a:off x="0" y="0"/>
          <a:ext cx="0" cy="0"/>
          <a:chOff x="0" y="0"/>
          <a:chExt cx="0" cy="0"/>
        </a:xfrm>
      </p:grpSpPr>
      <p:sp>
        <p:nvSpPr>
          <p:cNvPr id="1103" name="Google Shape;1103;p210"/>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lnSpc>
                <a:spcPct val="115000"/>
              </a:lnSpc>
              <a:spcBef>
                <a:spcPts val="200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1">
  <p:cSld name="CUSTOM_5_1_1">
    <p:bg>
      <p:bgPr>
        <a:noFill/>
      </p:bgPr>
    </p:bg>
    <p:spTree>
      <p:nvGrpSpPr>
        <p:cNvPr id="1104" name="Shape 1104"/>
        <p:cNvGrpSpPr/>
        <p:nvPr/>
      </p:nvGrpSpPr>
      <p:grpSpPr>
        <a:xfrm>
          <a:off x="0" y="0"/>
          <a:ext cx="0" cy="0"/>
          <a:chOff x="0" y="0"/>
          <a:chExt cx="0" cy="0"/>
        </a:xfrm>
      </p:grpSpPr>
      <p:sp>
        <p:nvSpPr>
          <p:cNvPr id="1105" name="Google Shape;1105;p211"/>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lnSpc>
                <a:spcPct val="115000"/>
              </a:lnSpc>
              <a:spcBef>
                <a:spcPts val="200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06" name="Google Shape;1106;p211"/>
          <p:cNvSpPr txBox="1"/>
          <p:nvPr>
            <p:ph idx="1" type="body"/>
          </p:nvPr>
        </p:nvSpPr>
        <p:spPr>
          <a:xfrm>
            <a:off x="607200" y="1112200"/>
            <a:ext cx="7929600" cy="1147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2">
  <p:cSld name="CUSTOM_5_1_1_1">
    <p:bg>
      <p:bgPr>
        <a:noFill/>
      </p:bgPr>
    </p:bg>
    <p:spTree>
      <p:nvGrpSpPr>
        <p:cNvPr id="1107" name="Shape 1107"/>
        <p:cNvGrpSpPr/>
        <p:nvPr/>
      </p:nvGrpSpPr>
      <p:grpSpPr>
        <a:xfrm>
          <a:off x="0" y="0"/>
          <a:ext cx="0" cy="0"/>
          <a:chOff x="0" y="0"/>
          <a:chExt cx="0" cy="0"/>
        </a:xfrm>
      </p:grpSpPr>
      <p:sp>
        <p:nvSpPr>
          <p:cNvPr id="1108" name="Google Shape;1108;p212"/>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09" name="Google Shape;1109;p212"/>
          <p:cNvSpPr txBox="1"/>
          <p:nvPr>
            <p:ph idx="1" type="body"/>
          </p:nvPr>
        </p:nvSpPr>
        <p:spPr>
          <a:xfrm>
            <a:off x="607200" y="1112200"/>
            <a:ext cx="7929600" cy="1147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3">
  <p:cSld name="CUSTOM_5_1_1_1_1">
    <p:bg>
      <p:bgPr>
        <a:noFill/>
      </p:bgPr>
    </p:bg>
    <p:spTree>
      <p:nvGrpSpPr>
        <p:cNvPr id="1110" name="Shape 1110"/>
        <p:cNvGrpSpPr/>
        <p:nvPr/>
      </p:nvGrpSpPr>
      <p:grpSpPr>
        <a:xfrm>
          <a:off x="0" y="0"/>
          <a:ext cx="0" cy="0"/>
          <a:chOff x="0" y="0"/>
          <a:chExt cx="0" cy="0"/>
        </a:xfrm>
      </p:grpSpPr>
      <p:sp>
        <p:nvSpPr>
          <p:cNvPr id="1111" name="Google Shape;1111;p213"/>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12" name="Google Shape;1112;p213"/>
          <p:cNvSpPr txBox="1"/>
          <p:nvPr>
            <p:ph idx="1" type="body"/>
          </p:nvPr>
        </p:nvSpPr>
        <p:spPr>
          <a:xfrm>
            <a:off x="4595925" y="2001050"/>
            <a:ext cx="3057300" cy="143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sz="1400"/>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4">
  <p:cSld name="CUSTOM_5_1_1_1_1_1">
    <p:bg>
      <p:bgPr>
        <a:noFill/>
      </p:bgPr>
    </p:bg>
    <p:spTree>
      <p:nvGrpSpPr>
        <p:cNvPr id="1113" name="Shape 1113"/>
        <p:cNvGrpSpPr/>
        <p:nvPr/>
      </p:nvGrpSpPr>
      <p:grpSpPr>
        <a:xfrm>
          <a:off x="0" y="0"/>
          <a:ext cx="0" cy="0"/>
          <a:chOff x="0" y="0"/>
          <a:chExt cx="0" cy="0"/>
        </a:xfrm>
      </p:grpSpPr>
      <p:sp>
        <p:nvSpPr>
          <p:cNvPr id="1114" name="Google Shape;1114;p214"/>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15" name="Google Shape;1115;p214"/>
          <p:cNvSpPr txBox="1"/>
          <p:nvPr>
            <p:ph idx="1" type="body"/>
          </p:nvPr>
        </p:nvSpPr>
        <p:spPr>
          <a:xfrm>
            <a:off x="607200" y="1112200"/>
            <a:ext cx="7929600" cy="786000"/>
          </a:xfrm>
          <a:prstGeom prst="rect">
            <a:avLst/>
          </a:prstGeom>
        </p:spPr>
        <p:txBody>
          <a:bodyPr anchorCtr="0" anchor="t" bIns="91425" lIns="91425" spcFirstLastPara="1" rIns="91425" wrap="square" tIns="91425">
            <a:noAutofit/>
          </a:bodyPr>
          <a:lstStyle>
            <a:lvl1pPr indent="-317500" lvl="0" marL="457200" rtl="0">
              <a:lnSpc>
                <a:spcPct val="125000"/>
              </a:lnSpc>
              <a:spcBef>
                <a:spcPts val="0"/>
              </a:spcBef>
              <a:spcAft>
                <a:spcPts val="0"/>
              </a:spcAft>
              <a:buSzPts val="1400"/>
              <a:buChar char="●"/>
              <a:defRPr sz="1100"/>
            </a:lvl1pPr>
            <a:lvl2pPr indent="-304800" lvl="1" marL="914400" rtl="0">
              <a:lnSpc>
                <a:spcPct val="125000"/>
              </a:lnSpc>
              <a:spcBef>
                <a:spcPts val="0"/>
              </a:spcBef>
              <a:spcAft>
                <a:spcPts val="0"/>
              </a:spcAft>
              <a:buSzPts val="1200"/>
              <a:buChar char="○"/>
              <a:defRPr sz="1100"/>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5">
  <p:cSld name="CUSTOM_5_1_1_1_1_1_1">
    <p:bg>
      <p:bgPr>
        <a:noFill/>
      </p:bgPr>
    </p:bg>
    <p:spTree>
      <p:nvGrpSpPr>
        <p:cNvPr id="1116" name="Shape 1116"/>
        <p:cNvGrpSpPr/>
        <p:nvPr/>
      </p:nvGrpSpPr>
      <p:grpSpPr>
        <a:xfrm>
          <a:off x="0" y="0"/>
          <a:ext cx="0" cy="0"/>
          <a:chOff x="0" y="0"/>
          <a:chExt cx="0" cy="0"/>
        </a:xfrm>
      </p:grpSpPr>
      <p:sp>
        <p:nvSpPr>
          <p:cNvPr id="1117" name="Google Shape;1117;p215"/>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18" name="Google Shape;1118;p215"/>
          <p:cNvSpPr txBox="1"/>
          <p:nvPr>
            <p:ph idx="1" type="body"/>
          </p:nvPr>
        </p:nvSpPr>
        <p:spPr>
          <a:xfrm>
            <a:off x="607200" y="1112200"/>
            <a:ext cx="7929600" cy="1278300"/>
          </a:xfrm>
          <a:prstGeom prst="rect">
            <a:avLst/>
          </a:prstGeom>
        </p:spPr>
        <p:txBody>
          <a:bodyPr anchorCtr="0" anchor="t" bIns="91425" lIns="91425" spcFirstLastPara="1" rIns="91425" wrap="square" tIns="91425">
            <a:noAutofit/>
          </a:bodyPr>
          <a:lstStyle>
            <a:lvl1pPr indent="-317500" lvl="0" marL="457200" rtl="0">
              <a:lnSpc>
                <a:spcPct val="125000"/>
              </a:lnSpc>
              <a:spcBef>
                <a:spcPts val="0"/>
              </a:spcBef>
              <a:spcAft>
                <a:spcPts val="0"/>
              </a:spcAft>
              <a:buSzPts val="1400"/>
              <a:buChar char="●"/>
              <a:defRPr sz="1100"/>
            </a:lvl1pPr>
            <a:lvl2pPr indent="-304800" lvl="1" marL="914400" rtl="0">
              <a:lnSpc>
                <a:spcPct val="125000"/>
              </a:lnSpc>
              <a:spcBef>
                <a:spcPts val="0"/>
              </a:spcBef>
              <a:spcAft>
                <a:spcPts val="0"/>
              </a:spcAft>
              <a:buSzPts val="1200"/>
              <a:buChar char="○"/>
              <a:defRPr sz="1100"/>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able 6">
  <p:cSld name="CUSTOM_5_1_1_1_1_1_1_1">
    <p:bg>
      <p:bgPr>
        <a:noFill/>
      </p:bgPr>
    </p:bg>
    <p:spTree>
      <p:nvGrpSpPr>
        <p:cNvPr id="1119" name="Shape 1119"/>
        <p:cNvGrpSpPr/>
        <p:nvPr/>
      </p:nvGrpSpPr>
      <p:grpSpPr>
        <a:xfrm>
          <a:off x="0" y="0"/>
          <a:ext cx="0" cy="0"/>
          <a:chOff x="0" y="0"/>
          <a:chExt cx="0" cy="0"/>
        </a:xfrm>
      </p:grpSpPr>
      <p:sp>
        <p:nvSpPr>
          <p:cNvPr id="1120" name="Google Shape;1120;p216"/>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21" name="Google Shape;1121;p216"/>
          <p:cNvSpPr txBox="1"/>
          <p:nvPr>
            <p:ph idx="1" type="body"/>
          </p:nvPr>
        </p:nvSpPr>
        <p:spPr>
          <a:xfrm>
            <a:off x="607200" y="1112200"/>
            <a:ext cx="7929600" cy="555000"/>
          </a:xfrm>
          <a:prstGeom prst="rect">
            <a:avLst/>
          </a:prstGeom>
        </p:spPr>
        <p:txBody>
          <a:bodyPr anchorCtr="0" anchor="t" bIns="91425" lIns="91425" spcFirstLastPara="1" rIns="91425" wrap="square" tIns="91425">
            <a:noAutofit/>
          </a:bodyPr>
          <a:lstStyle>
            <a:lvl1pPr indent="-317500" lvl="0" marL="457200" rtl="0">
              <a:lnSpc>
                <a:spcPct val="125000"/>
              </a:lnSpc>
              <a:spcBef>
                <a:spcPts val="0"/>
              </a:spcBef>
              <a:spcAft>
                <a:spcPts val="0"/>
              </a:spcAft>
              <a:buSzPts val="1400"/>
              <a:buChar char="●"/>
              <a:defRPr sz="1100"/>
            </a:lvl1pPr>
            <a:lvl2pPr indent="-304800" lvl="1" marL="914400" rtl="0">
              <a:spcBef>
                <a:spcPts val="0"/>
              </a:spcBef>
              <a:spcAft>
                <a:spcPts val="0"/>
              </a:spcAft>
              <a:buSzPts val="1200"/>
              <a:buChar char="○"/>
              <a:defRPr sz="1400"/>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CUSTOM_6">
    <p:bg>
      <p:bgPr>
        <a:solidFill>
          <a:schemeClr val="dk1"/>
        </a:solidFill>
      </p:bgPr>
    </p:bg>
    <p:spTree>
      <p:nvGrpSpPr>
        <p:cNvPr id="1122" name="Shape 1122"/>
        <p:cNvGrpSpPr/>
        <p:nvPr/>
      </p:nvGrpSpPr>
      <p:grpSpPr>
        <a:xfrm>
          <a:off x="0" y="0"/>
          <a:ext cx="0" cy="0"/>
          <a:chOff x="0" y="0"/>
          <a:chExt cx="0" cy="0"/>
        </a:xfrm>
      </p:grpSpPr>
      <p:sp>
        <p:nvSpPr>
          <p:cNvPr id="1123" name="Google Shape;1123;p217"/>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
  <p:cSld name="CUSTOM_6_1">
    <p:bg>
      <p:bgPr>
        <a:solidFill>
          <a:schemeClr val="lt2"/>
        </a:solidFill>
      </p:bgPr>
    </p:bg>
    <p:spTree>
      <p:nvGrpSpPr>
        <p:cNvPr id="1124" name="Shape 1124"/>
        <p:cNvGrpSpPr/>
        <p:nvPr/>
      </p:nvGrpSpPr>
      <p:grpSpPr>
        <a:xfrm>
          <a:off x="0" y="0"/>
          <a:ext cx="0" cy="0"/>
          <a:chOff x="0" y="0"/>
          <a:chExt cx="0" cy="0"/>
        </a:xfrm>
      </p:grpSpPr>
      <p:sp>
        <p:nvSpPr>
          <p:cNvPr id="1125" name="Google Shape;1125;p218"/>
          <p:cNvSpPr txBox="1"/>
          <p:nvPr>
            <p:ph type="title"/>
          </p:nvPr>
        </p:nvSpPr>
        <p:spPr>
          <a:xfrm>
            <a:off x="607200" y="1026550"/>
            <a:ext cx="39360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AutoNum type="arabicPeriod"/>
              <a:defRPr b="1" sz="1800">
                <a:solidFill>
                  <a:schemeClr val="lt1"/>
                </a:solidFill>
              </a:defRPr>
            </a:lvl1pPr>
            <a:lvl2pPr lvl="1" rtl="0">
              <a:spcBef>
                <a:spcPts val="0"/>
              </a:spcBef>
              <a:spcAft>
                <a:spcPts val="0"/>
              </a:spcAft>
              <a:buSzPts val="2800"/>
              <a:buAutoNum type="alphaLcPeriod"/>
              <a:defRPr/>
            </a:lvl2pPr>
            <a:lvl3pPr lvl="2" rtl="0">
              <a:spcBef>
                <a:spcPts val="0"/>
              </a:spcBef>
              <a:spcAft>
                <a:spcPts val="0"/>
              </a:spcAft>
              <a:buSzPts val="2800"/>
              <a:buAutoNum type="romanLcPeriod"/>
              <a:defRPr/>
            </a:lvl3pPr>
            <a:lvl4pPr lvl="3" rtl="0">
              <a:spcBef>
                <a:spcPts val="0"/>
              </a:spcBef>
              <a:spcAft>
                <a:spcPts val="0"/>
              </a:spcAft>
              <a:buSzPts val="2800"/>
              <a:buAutoNum type="arabicPeriod"/>
              <a:defRPr/>
            </a:lvl4pPr>
            <a:lvl5pPr lvl="4" rtl="0">
              <a:spcBef>
                <a:spcPts val="0"/>
              </a:spcBef>
              <a:spcAft>
                <a:spcPts val="0"/>
              </a:spcAft>
              <a:buSzPts val="2800"/>
              <a:buAutoNum type="alphaLcPeriod"/>
              <a:defRPr/>
            </a:lvl5pPr>
            <a:lvl6pPr lvl="5" rtl="0">
              <a:spcBef>
                <a:spcPts val="0"/>
              </a:spcBef>
              <a:spcAft>
                <a:spcPts val="0"/>
              </a:spcAft>
              <a:buSzPts val="2800"/>
              <a:buAutoNum type="romanLcPeriod"/>
              <a:defRPr/>
            </a:lvl6pPr>
            <a:lvl7pPr lvl="6" rtl="0">
              <a:spcBef>
                <a:spcPts val="0"/>
              </a:spcBef>
              <a:spcAft>
                <a:spcPts val="0"/>
              </a:spcAft>
              <a:buSzPts val="2800"/>
              <a:buAutoNum type="arabicPeriod"/>
              <a:defRPr/>
            </a:lvl7pPr>
            <a:lvl8pPr lvl="7" rtl="0">
              <a:spcBef>
                <a:spcPts val="0"/>
              </a:spcBef>
              <a:spcAft>
                <a:spcPts val="0"/>
              </a:spcAft>
              <a:buSzPts val="2800"/>
              <a:buAutoNum type="alphaLcPeriod"/>
              <a:defRPr/>
            </a:lvl8pPr>
            <a:lvl9pPr lvl="8" rtl="0">
              <a:spcBef>
                <a:spcPts val="0"/>
              </a:spcBef>
              <a:spcAft>
                <a:spcPts val="0"/>
              </a:spcAft>
              <a:buSzPts val="2800"/>
              <a:buAutoNum type="romanLcPeriod"/>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126" name="Shape 1126"/>
        <p:cNvGrpSpPr/>
        <p:nvPr/>
      </p:nvGrpSpPr>
      <p:grpSpPr>
        <a:xfrm>
          <a:off x="0" y="0"/>
          <a:ext cx="0" cy="0"/>
          <a:chOff x="0" y="0"/>
          <a:chExt cx="0" cy="0"/>
        </a:xfrm>
      </p:grpSpPr>
      <p:sp>
        <p:nvSpPr>
          <p:cNvPr id="1127" name="Google Shape;1127;p219"/>
          <p:cNvSpPr txBox="1"/>
          <p:nvPr>
            <p:ph type="title"/>
          </p:nvPr>
        </p:nvSpPr>
        <p:spPr>
          <a:xfrm>
            <a:off x="607200" y="1026550"/>
            <a:ext cx="3290700" cy="5367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28" name="Google Shape;1128;p219"/>
          <p:cNvSpPr txBox="1"/>
          <p:nvPr>
            <p:ph idx="1" type="body"/>
          </p:nvPr>
        </p:nvSpPr>
        <p:spPr>
          <a:xfrm>
            <a:off x="607200"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29" name="Google Shape;1129;p219"/>
          <p:cNvSpPr txBox="1"/>
          <p:nvPr>
            <p:ph idx="2" type="body"/>
          </p:nvPr>
        </p:nvSpPr>
        <p:spPr>
          <a:xfrm>
            <a:off x="607200"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30" name="Google Shape;1130;p219"/>
          <p:cNvSpPr txBox="1"/>
          <p:nvPr>
            <p:ph idx="3" type="body"/>
          </p:nvPr>
        </p:nvSpPr>
        <p:spPr>
          <a:xfrm>
            <a:off x="4589631" y="1781025"/>
            <a:ext cx="329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31" name="Google Shape;1131;p219"/>
          <p:cNvSpPr txBox="1"/>
          <p:nvPr>
            <p:ph idx="4" type="body"/>
          </p:nvPr>
        </p:nvSpPr>
        <p:spPr>
          <a:xfrm>
            <a:off x="4589628" y="2640251"/>
            <a:ext cx="3290700" cy="141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32" name="Google Shape;1132;p219"/>
          <p:cNvSpPr txBox="1"/>
          <p:nvPr>
            <p:ph idx="5" type="subTitle"/>
          </p:nvPr>
        </p:nvSpPr>
        <p:spPr>
          <a:xfrm>
            <a:off x="638800" y="4305050"/>
            <a:ext cx="3259200" cy="309300"/>
          </a:xfrm>
          <a:prstGeom prst="rect">
            <a:avLst/>
          </a:prstGeom>
          <a:solidFill>
            <a:schemeClr val="accent6"/>
          </a:solidFill>
        </p:spPr>
        <p:txBody>
          <a:bodyPr anchorCtr="0" anchor="ctr" bIns="91425" lIns="91425" spcFirstLastPara="1" rIns="91425" wrap="square" tIns="91425">
            <a:noAutofit/>
          </a:bodyPr>
          <a:lstStyle>
            <a:lvl1pPr lvl="0" rtl="0">
              <a:spcBef>
                <a:spcPts val="0"/>
              </a:spcBef>
              <a:spcAft>
                <a:spcPts val="0"/>
              </a:spcAft>
              <a:buSzPts val="1400"/>
              <a:buNone/>
              <a:defRPr sz="10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33" name="Shape 1133"/>
        <p:cNvGrpSpPr/>
        <p:nvPr/>
      </p:nvGrpSpPr>
      <p:grpSpPr>
        <a:xfrm>
          <a:off x="0" y="0"/>
          <a:ext cx="0" cy="0"/>
          <a:chOff x="0" y="0"/>
          <a:chExt cx="0" cy="0"/>
        </a:xfrm>
      </p:grpSpPr>
      <p:sp>
        <p:nvSpPr>
          <p:cNvPr id="1134" name="Google Shape;1134;p220"/>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135" name="Google Shape;1135;p2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1">
  <p:cSld name="MAIN_POINT_1">
    <p:bg>
      <p:bgPr>
        <a:solidFill>
          <a:schemeClr val="dk1"/>
        </a:solidFill>
      </p:bgPr>
    </p:bg>
    <p:spTree>
      <p:nvGrpSpPr>
        <p:cNvPr id="1136" name="Shape 1136"/>
        <p:cNvGrpSpPr/>
        <p:nvPr/>
      </p:nvGrpSpPr>
      <p:grpSpPr>
        <a:xfrm>
          <a:off x="0" y="0"/>
          <a:ext cx="0" cy="0"/>
          <a:chOff x="0" y="0"/>
          <a:chExt cx="0" cy="0"/>
        </a:xfrm>
      </p:grpSpPr>
      <p:sp>
        <p:nvSpPr>
          <p:cNvPr id="1137" name="Google Shape;1137;p221"/>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138" name="Google Shape;1138;p2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CAPTION_ONLY">
    <p:bg>
      <p:bgPr>
        <a:solidFill>
          <a:schemeClr val="dk1"/>
        </a:solidFill>
      </p:bgPr>
    </p:bg>
    <p:spTree>
      <p:nvGrpSpPr>
        <p:cNvPr id="1139" name="Shape 1139"/>
        <p:cNvGrpSpPr/>
        <p:nvPr/>
      </p:nvGrpSpPr>
      <p:grpSpPr>
        <a:xfrm>
          <a:off x="0" y="0"/>
          <a:ext cx="0" cy="0"/>
          <a:chOff x="0" y="0"/>
          <a:chExt cx="0" cy="0"/>
        </a:xfrm>
      </p:grpSpPr>
      <p:sp>
        <p:nvSpPr>
          <p:cNvPr id="1140" name="Google Shape;1140;p2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41" name="Google Shape;1141;p222"/>
          <p:cNvSpPr txBox="1"/>
          <p:nvPr>
            <p:ph type="title"/>
          </p:nvPr>
        </p:nvSpPr>
        <p:spPr>
          <a:xfrm>
            <a:off x="905186" y="2685371"/>
            <a:ext cx="6251100" cy="19008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Clr>
                <a:schemeClr val="lt1"/>
              </a:buClr>
              <a:buSzPts val="4800"/>
              <a:buNone/>
              <a:defRPr sz="31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4">
    <p:bg>
      <p:bgPr>
        <a:solidFill>
          <a:schemeClr val="dk1"/>
        </a:solidFill>
      </p:bgPr>
    </p:bg>
    <p:spTree>
      <p:nvGrpSpPr>
        <p:cNvPr id="1142" name="Shape 1142"/>
        <p:cNvGrpSpPr/>
        <p:nvPr/>
      </p:nvGrpSpPr>
      <p:grpSpPr>
        <a:xfrm>
          <a:off x="0" y="0"/>
          <a:ext cx="0" cy="0"/>
          <a:chOff x="0" y="0"/>
          <a:chExt cx="0" cy="0"/>
        </a:xfrm>
      </p:grpSpPr>
      <p:sp>
        <p:nvSpPr>
          <p:cNvPr id="1143" name="Google Shape;1143;p223"/>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44" name="Google Shape;1144;p223"/>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45" name="Google Shape;1145;p223"/>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46" name="Google Shape;1146;p223"/>
          <p:cNvSpPr/>
          <p:nvPr/>
        </p:nvSpPr>
        <p:spPr>
          <a:xfrm flipH="1">
            <a:off x="4572000" y="155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4_2">
    <p:bg>
      <p:bgPr>
        <a:solidFill>
          <a:schemeClr val="dk1"/>
        </a:solidFill>
      </p:bgPr>
    </p:bg>
    <p:spTree>
      <p:nvGrpSpPr>
        <p:cNvPr id="1147" name="Shape 1147"/>
        <p:cNvGrpSpPr/>
        <p:nvPr/>
      </p:nvGrpSpPr>
      <p:grpSpPr>
        <a:xfrm>
          <a:off x="0" y="0"/>
          <a:ext cx="0" cy="0"/>
          <a:chOff x="0" y="0"/>
          <a:chExt cx="0" cy="0"/>
        </a:xfrm>
      </p:grpSpPr>
      <p:sp>
        <p:nvSpPr>
          <p:cNvPr id="1148" name="Google Shape;1148;p224"/>
          <p:cNvSpPr txBox="1"/>
          <p:nvPr>
            <p:ph type="title"/>
          </p:nvPr>
        </p:nvSpPr>
        <p:spPr>
          <a:xfrm>
            <a:off x="917425"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b="0" sz="10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49" name="Google Shape;1149;p224"/>
          <p:cNvSpPr txBox="1"/>
          <p:nvPr>
            <p:ph idx="1" type="subTitle"/>
          </p:nvPr>
        </p:nvSpPr>
        <p:spPr>
          <a:xfrm>
            <a:off x="917429"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50" name="Google Shape;1150;p224"/>
          <p:cNvSpPr txBox="1"/>
          <p:nvPr>
            <p:ph idx="2" type="title"/>
          </p:nvPr>
        </p:nvSpPr>
        <p:spPr>
          <a:xfrm>
            <a:off x="917425"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10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51" name="Google Shape;1151;p224"/>
          <p:cNvSpPr/>
          <p:nvPr/>
        </p:nvSpPr>
        <p:spPr>
          <a:xfrm rot="10800000">
            <a:off x="457200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4">
  <p:cSld name="CUSTOM_4_2_2">
    <p:bg>
      <p:bgPr>
        <a:solidFill>
          <a:schemeClr val="dk1"/>
        </a:solidFill>
      </p:bgPr>
    </p:bg>
    <p:spTree>
      <p:nvGrpSpPr>
        <p:cNvPr id="1152" name="Shape 1152"/>
        <p:cNvGrpSpPr/>
        <p:nvPr/>
      </p:nvGrpSpPr>
      <p:grpSpPr>
        <a:xfrm>
          <a:off x="0" y="0"/>
          <a:ext cx="0" cy="0"/>
          <a:chOff x="0" y="0"/>
          <a:chExt cx="0" cy="0"/>
        </a:xfrm>
      </p:grpSpPr>
      <p:sp>
        <p:nvSpPr>
          <p:cNvPr id="1153" name="Google Shape;1153;p225"/>
          <p:cNvSpPr txBox="1"/>
          <p:nvPr>
            <p:ph type="title"/>
          </p:nvPr>
        </p:nvSpPr>
        <p:spPr>
          <a:xfrm>
            <a:off x="607200" y="1026550"/>
            <a:ext cx="3936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54" name="Google Shape;1154;p225"/>
          <p:cNvSpPr txBox="1"/>
          <p:nvPr>
            <p:ph idx="1" type="body"/>
          </p:nvPr>
        </p:nvSpPr>
        <p:spPr>
          <a:xfrm>
            <a:off x="607200" y="1781025"/>
            <a:ext cx="3936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55" name="Google Shape;1155;p225"/>
          <p:cNvSpPr txBox="1"/>
          <p:nvPr>
            <p:ph idx="2" type="body"/>
          </p:nvPr>
        </p:nvSpPr>
        <p:spPr>
          <a:xfrm>
            <a:off x="607200" y="2640250"/>
            <a:ext cx="3936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56" name="Google Shape;1156;p225"/>
          <p:cNvSpPr/>
          <p:nvPr/>
        </p:nvSpPr>
        <p:spPr>
          <a:xfrm>
            <a:off x="5256563" y="800096"/>
            <a:ext cx="2623812" cy="3280819"/>
          </a:xfrm>
          <a:custGeom>
            <a:rect b="b" l="l" r="r" t="t"/>
            <a:pathLst>
              <a:path extrusionOk="0" h="86434" w="69125">
                <a:moveTo>
                  <a:pt x="1" y="0"/>
                </a:moveTo>
                <a:lnTo>
                  <a:pt x="1" y="51863"/>
                </a:lnTo>
                <a:cubicBezTo>
                  <a:pt x="1" y="70945"/>
                  <a:pt x="15473" y="86433"/>
                  <a:pt x="34571" y="86433"/>
                </a:cubicBezTo>
                <a:cubicBezTo>
                  <a:pt x="53652" y="86433"/>
                  <a:pt x="69124" y="70945"/>
                  <a:pt x="69124" y="51863"/>
                </a:cubicBezTo>
                <a:lnTo>
                  <a:pt x="691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5">
  <p:cSld name="CUSTOM_4_2_2_1">
    <p:bg>
      <p:bgPr>
        <a:solidFill>
          <a:schemeClr val="dk1"/>
        </a:solidFill>
      </p:bgPr>
    </p:bg>
    <p:spTree>
      <p:nvGrpSpPr>
        <p:cNvPr id="1157" name="Shape 1157"/>
        <p:cNvGrpSpPr/>
        <p:nvPr/>
      </p:nvGrpSpPr>
      <p:grpSpPr>
        <a:xfrm>
          <a:off x="0" y="0"/>
          <a:ext cx="0" cy="0"/>
          <a:chOff x="0" y="0"/>
          <a:chExt cx="0" cy="0"/>
        </a:xfrm>
      </p:grpSpPr>
      <p:sp>
        <p:nvSpPr>
          <p:cNvPr id="1158" name="Google Shape;1158;p226"/>
          <p:cNvSpPr txBox="1"/>
          <p:nvPr>
            <p:ph type="title"/>
          </p:nvPr>
        </p:nvSpPr>
        <p:spPr>
          <a:xfrm>
            <a:off x="607200" y="1026550"/>
            <a:ext cx="32790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59" name="Google Shape;1159;p226"/>
          <p:cNvSpPr txBox="1"/>
          <p:nvPr>
            <p:ph idx="1" type="body"/>
          </p:nvPr>
        </p:nvSpPr>
        <p:spPr>
          <a:xfrm>
            <a:off x="607200" y="1781025"/>
            <a:ext cx="32790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60" name="Google Shape;1160;p226"/>
          <p:cNvSpPr txBox="1"/>
          <p:nvPr>
            <p:ph idx="2" type="body"/>
          </p:nvPr>
        </p:nvSpPr>
        <p:spPr>
          <a:xfrm>
            <a:off x="607200" y="2640250"/>
            <a:ext cx="32790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61" name="Google Shape;1161;p226"/>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6">
  <p:cSld name="CUSTOM_4_2_2_1_2">
    <p:bg>
      <p:bgPr>
        <a:solidFill>
          <a:schemeClr val="dk1"/>
        </a:solidFill>
      </p:bgPr>
    </p:bg>
    <p:spTree>
      <p:nvGrpSpPr>
        <p:cNvPr id="1162" name="Shape 1162"/>
        <p:cNvGrpSpPr/>
        <p:nvPr/>
      </p:nvGrpSpPr>
      <p:grpSpPr>
        <a:xfrm>
          <a:off x="0" y="0"/>
          <a:ext cx="0" cy="0"/>
          <a:chOff x="0" y="0"/>
          <a:chExt cx="0" cy="0"/>
        </a:xfrm>
      </p:grpSpPr>
      <p:sp>
        <p:nvSpPr>
          <p:cNvPr id="1163" name="Google Shape;1163;p227"/>
          <p:cNvSpPr txBox="1"/>
          <p:nvPr>
            <p:ph type="title"/>
          </p:nvPr>
        </p:nvSpPr>
        <p:spPr>
          <a:xfrm flipH="1">
            <a:off x="5273700" y="1026550"/>
            <a:ext cx="32607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64" name="Google Shape;1164;p227"/>
          <p:cNvSpPr txBox="1"/>
          <p:nvPr>
            <p:ph idx="1" type="body"/>
          </p:nvPr>
        </p:nvSpPr>
        <p:spPr>
          <a:xfrm flipH="1">
            <a:off x="5273700" y="1781025"/>
            <a:ext cx="32607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65" name="Google Shape;1165;p227"/>
          <p:cNvSpPr txBox="1"/>
          <p:nvPr>
            <p:ph idx="2" type="body"/>
          </p:nvPr>
        </p:nvSpPr>
        <p:spPr>
          <a:xfrm flipH="1">
            <a:off x="5273700" y="2640250"/>
            <a:ext cx="32607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sp>
        <p:nvSpPr>
          <p:cNvPr id="1166" name="Google Shape;1166;p227"/>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7">
  <p:cSld name="CUSTOM_4_2_2_1_1">
    <p:bg>
      <p:bgPr>
        <a:solidFill>
          <a:schemeClr val="lt1"/>
        </a:solidFill>
      </p:bgPr>
    </p:bg>
    <p:spTree>
      <p:nvGrpSpPr>
        <p:cNvPr id="1167" name="Shape 1167"/>
        <p:cNvGrpSpPr/>
        <p:nvPr/>
      </p:nvGrpSpPr>
      <p:grpSpPr>
        <a:xfrm>
          <a:off x="0" y="0"/>
          <a:ext cx="0" cy="0"/>
          <a:chOff x="0" y="0"/>
          <a:chExt cx="0" cy="0"/>
        </a:xfrm>
      </p:grpSpPr>
      <p:sp>
        <p:nvSpPr>
          <p:cNvPr id="1168" name="Google Shape;1168;p228"/>
          <p:cNvSpPr txBox="1"/>
          <p:nvPr>
            <p:ph type="title"/>
          </p:nvPr>
        </p:nvSpPr>
        <p:spPr>
          <a:xfrm>
            <a:off x="607200" y="1026550"/>
            <a:ext cx="32766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169" name="Google Shape;1169;p228"/>
          <p:cNvSpPr txBox="1"/>
          <p:nvPr>
            <p:ph idx="1" type="body"/>
          </p:nvPr>
        </p:nvSpPr>
        <p:spPr>
          <a:xfrm>
            <a:off x="607200" y="1781025"/>
            <a:ext cx="32766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0" name="Google Shape;1170;p228"/>
          <p:cNvSpPr txBox="1"/>
          <p:nvPr>
            <p:ph idx="2" type="body"/>
          </p:nvPr>
        </p:nvSpPr>
        <p:spPr>
          <a:xfrm>
            <a:off x="607200" y="2640250"/>
            <a:ext cx="32766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1" name="Google Shape;1171;p228"/>
          <p:cNvSpPr/>
          <p:nvPr/>
        </p:nvSpPr>
        <p:spPr>
          <a:xfrm>
            <a:off x="45720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8">
  <p:cSld name="CUSTOM_4_2_2_1_1_1">
    <p:bg>
      <p:bgPr>
        <a:solidFill>
          <a:schemeClr val="lt1"/>
        </a:solidFill>
      </p:bgPr>
    </p:bg>
    <p:spTree>
      <p:nvGrpSpPr>
        <p:cNvPr id="1172" name="Shape 1172"/>
        <p:cNvGrpSpPr/>
        <p:nvPr/>
      </p:nvGrpSpPr>
      <p:grpSpPr>
        <a:xfrm>
          <a:off x="0" y="0"/>
          <a:ext cx="0" cy="0"/>
          <a:chOff x="0" y="0"/>
          <a:chExt cx="0" cy="0"/>
        </a:xfrm>
      </p:grpSpPr>
      <p:sp>
        <p:nvSpPr>
          <p:cNvPr id="1173" name="Google Shape;1173;p229"/>
          <p:cNvSpPr txBox="1"/>
          <p:nvPr>
            <p:ph type="title"/>
          </p:nvPr>
        </p:nvSpPr>
        <p:spPr>
          <a:xfrm flipH="1">
            <a:off x="5254500" y="1026550"/>
            <a:ext cx="3279900" cy="7908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b="1" sz="18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sp>
        <p:nvSpPr>
          <p:cNvPr id="1174" name="Google Shape;1174;p229"/>
          <p:cNvSpPr txBox="1"/>
          <p:nvPr>
            <p:ph idx="1" type="body"/>
          </p:nvPr>
        </p:nvSpPr>
        <p:spPr>
          <a:xfrm flipH="1">
            <a:off x="5254500" y="1781025"/>
            <a:ext cx="3279900" cy="790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5" name="Google Shape;1175;p229"/>
          <p:cNvSpPr txBox="1"/>
          <p:nvPr>
            <p:ph idx="2" type="body"/>
          </p:nvPr>
        </p:nvSpPr>
        <p:spPr>
          <a:xfrm flipH="1">
            <a:off x="5254500" y="2640250"/>
            <a:ext cx="3279900" cy="1282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04800" lvl="1" marL="914400" rtl="0">
              <a:spcBef>
                <a:spcPts val="0"/>
              </a:spcBef>
              <a:spcAft>
                <a:spcPts val="0"/>
              </a:spcAft>
              <a:buClr>
                <a:schemeClr val="lt2"/>
              </a:buClr>
              <a:buSzPts val="1200"/>
              <a:buChar char="○"/>
              <a:defRPr/>
            </a:lvl2pPr>
            <a:lvl3pPr indent="-304800" lvl="2" marL="1371600" rtl="0">
              <a:spcBef>
                <a:spcPts val="0"/>
              </a:spcBef>
              <a:spcAft>
                <a:spcPts val="0"/>
              </a:spcAft>
              <a:buClr>
                <a:schemeClr val="lt2"/>
              </a:buClr>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6" name="Google Shape;1176;p229"/>
          <p:cNvSpPr/>
          <p:nvPr/>
        </p:nvSpPr>
        <p:spPr>
          <a:xfrm flipH="1">
            <a:off x="-2400" y="-3300"/>
            <a:ext cx="4572000" cy="515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4_2_1">
    <p:bg>
      <p:bgPr>
        <a:solidFill>
          <a:schemeClr val="lt1"/>
        </a:solidFill>
      </p:bgPr>
    </p:bg>
    <p:spTree>
      <p:nvGrpSpPr>
        <p:cNvPr id="1177" name="Shape 1177"/>
        <p:cNvGrpSpPr/>
        <p:nvPr/>
      </p:nvGrpSpPr>
      <p:grpSpPr>
        <a:xfrm>
          <a:off x="0" y="0"/>
          <a:ext cx="0" cy="0"/>
          <a:chOff x="0" y="0"/>
          <a:chExt cx="0" cy="0"/>
        </a:xfrm>
      </p:grpSpPr>
      <p:sp>
        <p:nvSpPr>
          <p:cNvPr id="1178" name="Google Shape;1178;p230"/>
          <p:cNvSpPr txBox="1"/>
          <p:nvPr>
            <p:ph type="title"/>
          </p:nvPr>
        </p:nvSpPr>
        <p:spPr>
          <a:xfrm>
            <a:off x="5273704" y="3356575"/>
            <a:ext cx="23868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b="0" sz="10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1179" name="Google Shape;1179;p230"/>
          <p:cNvSpPr txBox="1"/>
          <p:nvPr>
            <p:ph idx="1" type="subTitle"/>
          </p:nvPr>
        </p:nvSpPr>
        <p:spPr>
          <a:xfrm>
            <a:off x="5273708" y="1699075"/>
            <a:ext cx="3258000" cy="1252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400"/>
              <a:buNone/>
              <a:defRPr b="1">
                <a:latin typeface="Poppins"/>
                <a:ea typeface="Poppins"/>
                <a:cs typeface="Poppins"/>
                <a:sym typeface="Poppins"/>
              </a:defRPr>
            </a:lvl1pPr>
            <a:lvl2pPr lvl="1" rtl="0">
              <a:spcBef>
                <a:spcPts val="0"/>
              </a:spcBef>
              <a:spcAft>
                <a:spcPts val="0"/>
              </a:spcAft>
              <a:buClr>
                <a:schemeClr val="lt2"/>
              </a:buClr>
              <a:buSzPts val="1200"/>
              <a:buNone/>
              <a:defRPr/>
            </a:lvl2pPr>
            <a:lvl3pPr lvl="2" rtl="0">
              <a:spcBef>
                <a:spcPts val="0"/>
              </a:spcBef>
              <a:spcAft>
                <a:spcPts val="0"/>
              </a:spcAft>
              <a:buClr>
                <a:schemeClr val="lt2"/>
              </a:buClr>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80" name="Google Shape;1180;p230"/>
          <p:cNvSpPr txBox="1"/>
          <p:nvPr>
            <p:ph idx="2" type="title"/>
          </p:nvPr>
        </p:nvSpPr>
        <p:spPr>
          <a:xfrm>
            <a:off x="5273704" y="3161850"/>
            <a:ext cx="1806000" cy="207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2"/>
              </a:buClr>
              <a:buSzPts val="1800"/>
              <a:buNone/>
              <a:defRPr sz="1100">
                <a:solidFill>
                  <a:schemeClr val="lt2"/>
                </a:solidFill>
                <a:latin typeface="Lato"/>
                <a:ea typeface="Lato"/>
                <a:cs typeface="Lato"/>
                <a:sym typeface="Lato"/>
              </a:defRPr>
            </a:lvl1pPr>
            <a:lvl2pPr lvl="1" rtl="0">
              <a:spcBef>
                <a:spcPts val="0"/>
              </a:spcBef>
              <a:spcAft>
                <a:spcPts val="0"/>
              </a:spcAft>
              <a:buClr>
                <a:schemeClr val="lt2"/>
              </a:buClr>
              <a:buSzPts val="2800"/>
              <a:buNone/>
              <a:defRPr>
                <a:solidFill>
                  <a:schemeClr val="lt2"/>
                </a:solidFill>
                <a:latin typeface="Lato"/>
                <a:ea typeface="Lato"/>
                <a:cs typeface="Lato"/>
                <a:sym typeface="Lato"/>
              </a:defRPr>
            </a:lvl2pPr>
            <a:lvl3pPr lvl="2" rtl="0">
              <a:spcBef>
                <a:spcPts val="0"/>
              </a:spcBef>
              <a:spcAft>
                <a:spcPts val="0"/>
              </a:spcAft>
              <a:buClr>
                <a:schemeClr val="lt2"/>
              </a:buClr>
              <a:buSzPts val="2800"/>
              <a:buNone/>
              <a:defRPr>
                <a:solidFill>
                  <a:schemeClr val="lt2"/>
                </a:solidFill>
                <a:latin typeface="Lato"/>
                <a:ea typeface="Lato"/>
                <a:cs typeface="Lato"/>
                <a:sym typeface="Lato"/>
              </a:defRPr>
            </a:lvl3pPr>
            <a:lvl4pPr lvl="3" rtl="0">
              <a:spcBef>
                <a:spcPts val="0"/>
              </a:spcBef>
              <a:spcAft>
                <a:spcPts val="0"/>
              </a:spcAft>
              <a:buClr>
                <a:schemeClr val="lt2"/>
              </a:buClr>
              <a:buSzPts val="2800"/>
              <a:buNone/>
              <a:defRPr>
                <a:solidFill>
                  <a:schemeClr val="lt2"/>
                </a:solidFill>
                <a:latin typeface="Lato"/>
                <a:ea typeface="Lato"/>
                <a:cs typeface="Lato"/>
                <a:sym typeface="Lato"/>
              </a:defRPr>
            </a:lvl4pPr>
            <a:lvl5pPr lvl="4" rtl="0">
              <a:spcBef>
                <a:spcPts val="0"/>
              </a:spcBef>
              <a:spcAft>
                <a:spcPts val="0"/>
              </a:spcAft>
              <a:buClr>
                <a:schemeClr val="lt2"/>
              </a:buClr>
              <a:buSzPts val="2800"/>
              <a:buNone/>
              <a:defRPr>
                <a:solidFill>
                  <a:schemeClr val="lt2"/>
                </a:solidFill>
                <a:latin typeface="Lato"/>
                <a:ea typeface="Lato"/>
                <a:cs typeface="Lato"/>
                <a:sym typeface="Lato"/>
              </a:defRPr>
            </a:lvl5pPr>
            <a:lvl6pPr lvl="5" rtl="0">
              <a:spcBef>
                <a:spcPts val="0"/>
              </a:spcBef>
              <a:spcAft>
                <a:spcPts val="0"/>
              </a:spcAft>
              <a:buClr>
                <a:schemeClr val="lt2"/>
              </a:buClr>
              <a:buSzPts val="2800"/>
              <a:buNone/>
              <a:defRPr>
                <a:solidFill>
                  <a:schemeClr val="lt2"/>
                </a:solidFill>
                <a:latin typeface="Lato"/>
                <a:ea typeface="Lato"/>
                <a:cs typeface="Lato"/>
                <a:sym typeface="Lato"/>
              </a:defRPr>
            </a:lvl6pPr>
            <a:lvl7pPr lvl="6" rtl="0">
              <a:spcBef>
                <a:spcPts val="0"/>
              </a:spcBef>
              <a:spcAft>
                <a:spcPts val="0"/>
              </a:spcAft>
              <a:buClr>
                <a:schemeClr val="lt2"/>
              </a:buClr>
              <a:buSzPts val="2800"/>
              <a:buNone/>
              <a:defRPr>
                <a:solidFill>
                  <a:schemeClr val="lt2"/>
                </a:solidFill>
                <a:latin typeface="Lato"/>
                <a:ea typeface="Lato"/>
                <a:cs typeface="Lato"/>
                <a:sym typeface="Lato"/>
              </a:defRPr>
            </a:lvl7pPr>
            <a:lvl8pPr lvl="7" rtl="0">
              <a:spcBef>
                <a:spcPts val="0"/>
              </a:spcBef>
              <a:spcAft>
                <a:spcPts val="0"/>
              </a:spcAft>
              <a:buClr>
                <a:schemeClr val="lt2"/>
              </a:buClr>
              <a:buSzPts val="2800"/>
              <a:buNone/>
              <a:defRPr>
                <a:solidFill>
                  <a:schemeClr val="lt2"/>
                </a:solidFill>
                <a:latin typeface="Lato"/>
                <a:ea typeface="Lato"/>
                <a:cs typeface="Lato"/>
                <a:sym typeface="Lato"/>
              </a:defRPr>
            </a:lvl8pPr>
            <a:lvl9pPr lvl="8" rtl="0">
              <a:spcBef>
                <a:spcPts val="0"/>
              </a:spcBef>
              <a:spcAft>
                <a:spcPts val="0"/>
              </a:spcAft>
              <a:buClr>
                <a:schemeClr val="lt2"/>
              </a:buClr>
              <a:buSzPts val="2800"/>
              <a:buNone/>
              <a:defRPr>
                <a:solidFill>
                  <a:schemeClr val="lt2"/>
                </a:solidFill>
                <a:latin typeface="Lato"/>
                <a:ea typeface="Lato"/>
                <a:cs typeface="Lato"/>
                <a:sym typeface="Lato"/>
              </a:defRPr>
            </a:lvl9pPr>
          </a:lstStyle>
          <a:p/>
        </p:txBody>
      </p:sp>
      <p:sp>
        <p:nvSpPr>
          <p:cNvPr id="1181" name="Google Shape;1181;p230"/>
          <p:cNvSpPr/>
          <p:nvPr/>
        </p:nvSpPr>
        <p:spPr>
          <a:xfrm>
            <a:off x="0" y="0"/>
            <a:ext cx="4572000" cy="51435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CUSTOM_4_1">
    <p:bg>
      <p:bgPr>
        <a:solidFill>
          <a:schemeClr val="dk1"/>
        </a:solidFill>
      </p:bgPr>
    </p:bg>
    <p:spTree>
      <p:nvGrpSpPr>
        <p:cNvPr id="1182" name="Shape 1182"/>
        <p:cNvGrpSpPr/>
        <p:nvPr/>
      </p:nvGrpSpPr>
      <p:grpSpPr>
        <a:xfrm>
          <a:off x="0" y="0"/>
          <a:ext cx="0" cy="0"/>
          <a:chOff x="0" y="0"/>
          <a:chExt cx="0" cy="0"/>
        </a:xfrm>
      </p:grpSpPr>
      <p:sp>
        <p:nvSpPr>
          <p:cNvPr id="1183" name="Google Shape;1183;p231"/>
          <p:cNvSpPr txBox="1"/>
          <p:nvPr>
            <p:ph type="title"/>
          </p:nvPr>
        </p:nvSpPr>
        <p:spPr>
          <a:xfrm>
            <a:off x="917436" y="3711750"/>
            <a:ext cx="3609300" cy="415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0">
                <a:solidFill>
                  <a:schemeClr val="lt1"/>
                </a:solidFill>
                <a:latin typeface="Lato"/>
                <a:ea typeface="Lato"/>
                <a:cs typeface="Lato"/>
                <a:sym typeface="Lato"/>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1184" name="Google Shape;1184;p231"/>
          <p:cNvSpPr txBox="1"/>
          <p:nvPr>
            <p:ph idx="1" type="subTitle"/>
          </p:nvPr>
        </p:nvSpPr>
        <p:spPr>
          <a:xfrm>
            <a:off x="917436" y="2384875"/>
            <a:ext cx="5263500" cy="125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b="1" sz="2300">
                <a:solidFill>
                  <a:schemeClr val="lt1"/>
                </a:solidFill>
                <a:latin typeface="Poppins"/>
                <a:ea typeface="Poppins"/>
                <a:cs typeface="Poppins"/>
                <a:sym typeface="Poppins"/>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85" name="Shape 1185"/>
        <p:cNvGrpSpPr/>
        <p:nvPr/>
      </p:nvGrpSpPr>
      <p:grpSpPr>
        <a:xfrm>
          <a:off x="0" y="0"/>
          <a:ext cx="0" cy="0"/>
          <a:chOff x="0" y="0"/>
          <a:chExt cx="0" cy="0"/>
        </a:xfrm>
      </p:grpSpPr>
      <p:sp>
        <p:nvSpPr>
          <p:cNvPr id="1186" name="Google Shape;1186;p2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2"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62" Type="http://schemas.openxmlformats.org/officeDocument/2006/relationships/slideLayout" Target="../slideLayouts/slideLayout124.xml"/><Relationship Id="rId61" Type="http://schemas.openxmlformats.org/officeDocument/2006/relationships/slideLayout" Target="../slideLayouts/slideLayout123.xml"/><Relationship Id="rId20" Type="http://schemas.openxmlformats.org/officeDocument/2006/relationships/slideLayout" Target="../slideLayouts/slideLayout82.xml"/><Relationship Id="rId63" Type="http://schemas.openxmlformats.org/officeDocument/2006/relationships/theme" Target="../theme/theme6.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60" Type="http://schemas.openxmlformats.org/officeDocument/2006/relationships/slideLayout" Target="../slideLayouts/slideLayout122.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slideLayout" Target="../slideLayouts/slideLayout119.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59" Type="http://schemas.openxmlformats.org/officeDocument/2006/relationships/slideLayout" Target="../slideLayouts/slideLayout121.xml"/><Relationship Id="rId14" Type="http://schemas.openxmlformats.org/officeDocument/2006/relationships/slideLayout" Target="../slideLayouts/slideLayout76.xml"/><Relationship Id="rId58" Type="http://schemas.openxmlformats.org/officeDocument/2006/relationships/slideLayout" Target="../slideLayouts/slideLayout120.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64.xml"/><Relationship Id="rId42" Type="http://schemas.openxmlformats.org/officeDocument/2006/relationships/slideLayout" Target="../slideLayouts/slideLayout166.xml"/><Relationship Id="rId41" Type="http://schemas.openxmlformats.org/officeDocument/2006/relationships/slideLayout" Target="../slideLayouts/slideLayout165.xml"/><Relationship Id="rId44" Type="http://schemas.openxmlformats.org/officeDocument/2006/relationships/slideLayout" Target="../slideLayouts/slideLayout168.xml"/><Relationship Id="rId43" Type="http://schemas.openxmlformats.org/officeDocument/2006/relationships/slideLayout" Target="../slideLayouts/slideLayout167.xml"/><Relationship Id="rId46" Type="http://schemas.openxmlformats.org/officeDocument/2006/relationships/slideLayout" Target="../slideLayouts/slideLayout170.xml"/><Relationship Id="rId45" Type="http://schemas.openxmlformats.org/officeDocument/2006/relationships/slideLayout" Target="../slideLayouts/slideLayout169.xml"/><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48" Type="http://schemas.openxmlformats.org/officeDocument/2006/relationships/slideLayout" Target="../slideLayouts/slideLayout172.xml"/><Relationship Id="rId47" Type="http://schemas.openxmlformats.org/officeDocument/2006/relationships/slideLayout" Target="../slideLayouts/slideLayout171.xml"/><Relationship Id="rId49" Type="http://schemas.openxmlformats.org/officeDocument/2006/relationships/slideLayout" Target="../slideLayouts/slideLayout173.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31" Type="http://schemas.openxmlformats.org/officeDocument/2006/relationships/slideLayout" Target="../slideLayouts/slideLayout155.xml"/><Relationship Id="rId30" Type="http://schemas.openxmlformats.org/officeDocument/2006/relationships/slideLayout" Target="../slideLayouts/slideLayout154.xml"/><Relationship Id="rId33" Type="http://schemas.openxmlformats.org/officeDocument/2006/relationships/slideLayout" Target="../slideLayouts/slideLayout157.xml"/><Relationship Id="rId32" Type="http://schemas.openxmlformats.org/officeDocument/2006/relationships/slideLayout" Target="../slideLayouts/slideLayout156.xml"/><Relationship Id="rId35" Type="http://schemas.openxmlformats.org/officeDocument/2006/relationships/slideLayout" Target="../slideLayouts/slideLayout159.xml"/><Relationship Id="rId34" Type="http://schemas.openxmlformats.org/officeDocument/2006/relationships/slideLayout" Target="../slideLayouts/slideLayout158.xml"/><Relationship Id="rId37" Type="http://schemas.openxmlformats.org/officeDocument/2006/relationships/slideLayout" Target="../slideLayouts/slideLayout161.xml"/><Relationship Id="rId36" Type="http://schemas.openxmlformats.org/officeDocument/2006/relationships/slideLayout" Target="../slideLayouts/slideLayout160.xml"/><Relationship Id="rId39" Type="http://schemas.openxmlformats.org/officeDocument/2006/relationships/slideLayout" Target="../slideLayouts/slideLayout163.xml"/><Relationship Id="rId38" Type="http://schemas.openxmlformats.org/officeDocument/2006/relationships/slideLayout" Target="../slideLayouts/slideLayout162.xml"/><Relationship Id="rId20" Type="http://schemas.openxmlformats.org/officeDocument/2006/relationships/slideLayout" Target="../slideLayouts/slideLayout144.xml"/><Relationship Id="rId22" Type="http://schemas.openxmlformats.org/officeDocument/2006/relationships/slideLayout" Target="../slideLayouts/slideLayout146.xml"/><Relationship Id="rId21" Type="http://schemas.openxmlformats.org/officeDocument/2006/relationships/slideLayout" Target="../slideLayouts/slideLayout145.xml"/><Relationship Id="rId24" Type="http://schemas.openxmlformats.org/officeDocument/2006/relationships/slideLayout" Target="../slideLayouts/slideLayout148.xml"/><Relationship Id="rId23" Type="http://schemas.openxmlformats.org/officeDocument/2006/relationships/slideLayout" Target="../slideLayouts/slideLayout147.xml"/><Relationship Id="rId26" Type="http://schemas.openxmlformats.org/officeDocument/2006/relationships/slideLayout" Target="../slideLayouts/slideLayout150.xml"/><Relationship Id="rId25" Type="http://schemas.openxmlformats.org/officeDocument/2006/relationships/slideLayout" Target="../slideLayouts/slideLayout149.xml"/><Relationship Id="rId28" Type="http://schemas.openxmlformats.org/officeDocument/2006/relationships/slideLayout" Target="../slideLayouts/slideLayout152.xml"/><Relationship Id="rId27" Type="http://schemas.openxmlformats.org/officeDocument/2006/relationships/slideLayout" Target="../slideLayouts/slideLayout151.xml"/><Relationship Id="rId29" Type="http://schemas.openxmlformats.org/officeDocument/2006/relationships/slideLayout" Target="../slideLayouts/slideLayout153.xml"/><Relationship Id="rId51" Type="http://schemas.openxmlformats.org/officeDocument/2006/relationships/slideLayout" Target="../slideLayouts/slideLayout175.xml"/><Relationship Id="rId50" Type="http://schemas.openxmlformats.org/officeDocument/2006/relationships/slideLayout" Target="../slideLayouts/slideLayout174.xml"/><Relationship Id="rId53" Type="http://schemas.openxmlformats.org/officeDocument/2006/relationships/theme" Target="../theme/theme1.xml"/><Relationship Id="rId52" Type="http://schemas.openxmlformats.org/officeDocument/2006/relationships/slideLayout" Target="../slideLayouts/slideLayout17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9" Type="http://schemas.openxmlformats.org/officeDocument/2006/relationships/slideLayout" Target="../slideLayouts/slideLayout143.xml"/><Relationship Id="rId18" Type="http://schemas.openxmlformats.org/officeDocument/2006/relationships/slideLayout" Target="../slideLayouts/slideLayout142.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216.xml"/><Relationship Id="rId42" Type="http://schemas.openxmlformats.org/officeDocument/2006/relationships/slideLayout" Target="../slideLayouts/slideLayout218.xml"/><Relationship Id="rId41" Type="http://schemas.openxmlformats.org/officeDocument/2006/relationships/slideLayout" Target="../slideLayouts/slideLayout217.xml"/><Relationship Id="rId44" Type="http://schemas.openxmlformats.org/officeDocument/2006/relationships/slideLayout" Target="../slideLayouts/slideLayout220.xml"/><Relationship Id="rId43" Type="http://schemas.openxmlformats.org/officeDocument/2006/relationships/slideLayout" Target="../slideLayouts/slideLayout219.xml"/><Relationship Id="rId46" Type="http://schemas.openxmlformats.org/officeDocument/2006/relationships/slideLayout" Target="../slideLayouts/slideLayout222.xml"/><Relationship Id="rId45" Type="http://schemas.openxmlformats.org/officeDocument/2006/relationships/slideLayout" Target="../slideLayouts/slideLayout221.xml"/><Relationship Id="rId1" Type="http://schemas.openxmlformats.org/officeDocument/2006/relationships/slideLayout" Target="../slideLayouts/slideLayout177.xml"/><Relationship Id="rId2" Type="http://schemas.openxmlformats.org/officeDocument/2006/relationships/slideLayout" Target="../slideLayouts/slideLayout178.xml"/><Relationship Id="rId3" Type="http://schemas.openxmlformats.org/officeDocument/2006/relationships/slideLayout" Target="../slideLayouts/slideLayout179.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48" Type="http://schemas.openxmlformats.org/officeDocument/2006/relationships/slideLayout" Target="../slideLayouts/slideLayout224.xml"/><Relationship Id="rId47" Type="http://schemas.openxmlformats.org/officeDocument/2006/relationships/slideLayout" Target="../slideLayouts/slideLayout223.xml"/><Relationship Id="rId49" Type="http://schemas.openxmlformats.org/officeDocument/2006/relationships/slideLayout" Target="../slideLayouts/slideLayout225.xml"/><Relationship Id="rId5" Type="http://schemas.openxmlformats.org/officeDocument/2006/relationships/slideLayout" Target="../slideLayouts/slideLayout181.xml"/><Relationship Id="rId6" Type="http://schemas.openxmlformats.org/officeDocument/2006/relationships/slideLayout" Target="../slideLayouts/slideLayout182.xml"/><Relationship Id="rId7" Type="http://schemas.openxmlformats.org/officeDocument/2006/relationships/slideLayout" Target="../slideLayouts/slideLayout183.xml"/><Relationship Id="rId8" Type="http://schemas.openxmlformats.org/officeDocument/2006/relationships/slideLayout" Target="../slideLayouts/slideLayout184.xml"/><Relationship Id="rId31" Type="http://schemas.openxmlformats.org/officeDocument/2006/relationships/slideLayout" Target="../slideLayouts/slideLayout207.xml"/><Relationship Id="rId30" Type="http://schemas.openxmlformats.org/officeDocument/2006/relationships/slideLayout" Target="../slideLayouts/slideLayout206.xml"/><Relationship Id="rId33" Type="http://schemas.openxmlformats.org/officeDocument/2006/relationships/slideLayout" Target="../slideLayouts/slideLayout209.xml"/><Relationship Id="rId32" Type="http://schemas.openxmlformats.org/officeDocument/2006/relationships/slideLayout" Target="../slideLayouts/slideLayout208.xml"/><Relationship Id="rId35" Type="http://schemas.openxmlformats.org/officeDocument/2006/relationships/slideLayout" Target="../slideLayouts/slideLayout211.xml"/><Relationship Id="rId34" Type="http://schemas.openxmlformats.org/officeDocument/2006/relationships/slideLayout" Target="../slideLayouts/slideLayout210.xml"/><Relationship Id="rId37" Type="http://schemas.openxmlformats.org/officeDocument/2006/relationships/slideLayout" Target="../slideLayouts/slideLayout213.xml"/><Relationship Id="rId36" Type="http://schemas.openxmlformats.org/officeDocument/2006/relationships/slideLayout" Target="../slideLayouts/slideLayout212.xml"/><Relationship Id="rId39" Type="http://schemas.openxmlformats.org/officeDocument/2006/relationships/slideLayout" Target="../slideLayouts/slideLayout215.xml"/><Relationship Id="rId38" Type="http://schemas.openxmlformats.org/officeDocument/2006/relationships/slideLayout" Target="../slideLayouts/slideLayout214.xml"/><Relationship Id="rId20" Type="http://schemas.openxmlformats.org/officeDocument/2006/relationships/slideLayout" Target="../slideLayouts/slideLayout196.xml"/><Relationship Id="rId22" Type="http://schemas.openxmlformats.org/officeDocument/2006/relationships/slideLayout" Target="../slideLayouts/slideLayout198.xml"/><Relationship Id="rId21" Type="http://schemas.openxmlformats.org/officeDocument/2006/relationships/slideLayout" Target="../slideLayouts/slideLayout197.xml"/><Relationship Id="rId24" Type="http://schemas.openxmlformats.org/officeDocument/2006/relationships/slideLayout" Target="../slideLayouts/slideLayout200.xml"/><Relationship Id="rId23" Type="http://schemas.openxmlformats.org/officeDocument/2006/relationships/slideLayout" Target="../slideLayouts/slideLayout199.xml"/><Relationship Id="rId26" Type="http://schemas.openxmlformats.org/officeDocument/2006/relationships/slideLayout" Target="../slideLayouts/slideLayout202.xml"/><Relationship Id="rId25" Type="http://schemas.openxmlformats.org/officeDocument/2006/relationships/slideLayout" Target="../slideLayouts/slideLayout201.xml"/><Relationship Id="rId28" Type="http://schemas.openxmlformats.org/officeDocument/2006/relationships/slideLayout" Target="../slideLayouts/slideLayout204.xml"/><Relationship Id="rId27" Type="http://schemas.openxmlformats.org/officeDocument/2006/relationships/slideLayout" Target="../slideLayouts/slideLayout203.xml"/><Relationship Id="rId29" Type="http://schemas.openxmlformats.org/officeDocument/2006/relationships/slideLayout" Target="../slideLayouts/slideLayout205.xml"/><Relationship Id="rId51" Type="http://schemas.openxmlformats.org/officeDocument/2006/relationships/slideLayout" Target="../slideLayouts/slideLayout227.xml"/><Relationship Id="rId50" Type="http://schemas.openxmlformats.org/officeDocument/2006/relationships/slideLayout" Target="../slideLayouts/slideLayout226.xml"/><Relationship Id="rId52" Type="http://schemas.openxmlformats.org/officeDocument/2006/relationships/theme" Target="../theme/theme5.xml"/><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3" Type="http://schemas.openxmlformats.org/officeDocument/2006/relationships/slideLayout" Target="../slideLayouts/slideLayout189.xml"/><Relationship Id="rId12" Type="http://schemas.openxmlformats.org/officeDocument/2006/relationships/slideLayout" Target="../slideLayouts/slideLayout188.xml"/><Relationship Id="rId15" Type="http://schemas.openxmlformats.org/officeDocument/2006/relationships/slideLayout" Target="../slideLayouts/slideLayout191.xml"/><Relationship Id="rId14" Type="http://schemas.openxmlformats.org/officeDocument/2006/relationships/slideLayout" Target="../slideLayouts/slideLayout190.xml"/><Relationship Id="rId17" Type="http://schemas.openxmlformats.org/officeDocument/2006/relationships/slideLayout" Target="../slideLayouts/slideLayout193.xml"/><Relationship Id="rId16" Type="http://schemas.openxmlformats.org/officeDocument/2006/relationships/slideLayout" Target="../slideLayouts/slideLayout192.xml"/><Relationship Id="rId19" Type="http://schemas.openxmlformats.org/officeDocument/2006/relationships/slideLayout" Target="../slideLayouts/slideLayout195.xml"/><Relationship Id="rId18" Type="http://schemas.openxmlformats.org/officeDocument/2006/relationships/slideLayout" Target="../slideLayouts/slideLayout19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06900" y="538425"/>
            <a:ext cx="768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607025" y="1152475"/>
            <a:ext cx="7929600" cy="34512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1"/>
              </a:buClr>
              <a:buSzPts val="1400"/>
              <a:buFont typeface="Lato"/>
              <a:buChar char="●"/>
              <a:defRPr>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3pPr>
            <a:lvl4pPr indent="-304800" lvl="3" marL="1828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9" name="Shape 329"/>
        <p:cNvGrpSpPr/>
        <p:nvPr/>
      </p:nvGrpSpPr>
      <p:grpSpPr>
        <a:xfrm>
          <a:off x="0" y="0"/>
          <a:ext cx="0" cy="0"/>
          <a:chOff x="0" y="0"/>
          <a:chExt cx="0" cy="0"/>
        </a:xfrm>
      </p:grpSpPr>
      <p:sp>
        <p:nvSpPr>
          <p:cNvPr id="330" name="Google Shape;330;p65"/>
          <p:cNvSpPr txBox="1"/>
          <p:nvPr>
            <p:ph type="title"/>
          </p:nvPr>
        </p:nvSpPr>
        <p:spPr>
          <a:xfrm>
            <a:off x="606900" y="538425"/>
            <a:ext cx="768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331" name="Google Shape;331;p65"/>
          <p:cNvSpPr txBox="1"/>
          <p:nvPr>
            <p:ph idx="1" type="body"/>
          </p:nvPr>
        </p:nvSpPr>
        <p:spPr>
          <a:xfrm>
            <a:off x="607025" y="1152475"/>
            <a:ext cx="7929600" cy="34512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1"/>
              </a:buClr>
              <a:buSzPts val="1400"/>
              <a:buFont typeface="Lato"/>
              <a:buChar char="●"/>
              <a:defRPr>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3pPr>
            <a:lvl4pPr indent="-304800" lvl="3" marL="1828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
        <p:nvSpPr>
          <p:cNvPr id="332" name="Google Shape;332;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1"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6" name="Shape 666"/>
        <p:cNvGrpSpPr/>
        <p:nvPr/>
      </p:nvGrpSpPr>
      <p:grpSpPr>
        <a:xfrm>
          <a:off x="0" y="0"/>
          <a:ext cx="0" cy="0"/>
          <a:chOff x="0" y="0"/>
          <a:chExt cx="0" cy="0"/>
        </a:xfrm>
      </p:grpSpPr>
      <p:sp>
        <p:nvSpPr>
          <p:cNvPr id="667" name="Google Shape;667;p128"/>
          <p:cNvSpPr txBox="1"/>
          <p:nvPr>
            <p:ph type="title"/>
          </p:nvPr>
        </p:nvSpPr>
        <p:spPr>
          <a:xfrm>
            <a:off x="606900" y="538425"/>
            <a:ext cx="768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68" name="Google Shape;668;p128"/>
          <p:cNvSpPr txBox="1"/>
          <p:nvPr>
            <p:ph idx="1" type="body"/>
          </p:nvPr>
        </p:nvSpPr>
        <p:spPr>
          <a:xfrm>
            <a:off x="607025" y="1152475"/>
            <a:ext cx="7929600" cy="34512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1"/>
              </a:buClr>
              <a:buSzPts val="1400"/>
              <a:buFont typeface="Lato"/>
              <a:buChar char="●"/>
              <a:defRPr>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3pPr>
            <a:lvl4pPr indent="-304800" lvl="3" marL="1828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
        <p:nvSpPr>
          <p:cNvPr id="669" name="Google Shape;669;p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23"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48" name="Shape 948"/>
        <p:cNvGrpSpPr/>
        <p:nvPr/>
      </p:nvGrpSpPr>
      <p:grpSpPr>
        <a:xfrm>
          <a:off x="0" y="0"/>
          <a:ext cx="0" cy="0"/>
          <a:chOff x="0" y="0"/>
          <a:chExt cx="0" cy="0"/>
        </a:xfrm>
      </p:grpSpPr>
      <p:sp>
        <p:nvSpPr>
          <p:cNvPr id="949" name="Google Shape;949;p181"/>
          <p:cNvSpPr txBox="1"/>
          <p:nvPr>
            <p:ph type="title"/>
          </p:nvPr>
        </p:nvSpPr>
        <p:spPr>
          <a:xfrm>
            <a:off x="606900" y="538425"/>
            <a:ext cx="7929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50" name="Google Shape;950;p181"/>
          <p:cNvSpPr txBox="1"/>
          <p:nvPr>
            <p:ph idx="1" type="body"/>
          </p:nvPr>
        </p:nvSpPr>
        <p:spPr>
          <a:xfrm>
            <a:off x="607025" y="1152475"/>
            <a:ext cx="7929600" cy="34512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1"/>
              </a:buClr>
              <a:buSzPts val="1400"/>
              <a:buFont typeface="Lato"/>
              <a:buChar char="●"/>
              <a:defRPr>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3pPr>
            <a:lvl4pPr indent="-304800" lvl="3" marL="1828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rtl="0">
              <a:lnSpc>
                <a:spcPct val="115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
        <p:nvSpPr>
          <p:cNvPr id="951" name="Google Shape;951;p1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7" r:id="rId14"/>
    <p:sldLayoutId id="2147483838" r:id="rId15"/>
    <p:sldLayoutId id="2147483839" r:id="rId16"/>
    <p:sldLayoutId id="2147483840" r:id="rId17"/>
    <p:sldLayoutId id="2147483841" r:id="rId18"/>
    <p:sldLayoutId id="2147483842" r:id="rId19"/>
    <p:sldLayoutId id="2147483843" r:id="rId20"/>
    <p:sldLayoutId id="2147483844" r:id="rId21"/>
    <p:sldLayoutId id="2147483845" r:id="rId22"/>
    <p:sldLayoutId id="2147483846" r:id="rId23"/>
    <p:sldLayoutId id="2147483847" r:id="rId24"/>
    <p:sldLayoutId id="2147483848" r:id="rId25"/>
    <p:sldLayoutId id="2147483849" r:id="rId26"/>
    <p:sldLayoutId id="2147483850" r:id="rId27"/>
    <p:sldLayoutId id="2147483851" r:id="rId28"/>
    <p:sldLayoutId id="2147483852" r:id="rId29"/>
    <p:sldLayoutId id="2147483853" r:id="rId30"/>
    <p:sldLayoutId id="2147483854" r:id="rId31"/>
    <p:sldLayoutId id="2147483855" r:id="rId32"/>
    <p:sldLayoutId id="2147483856" r:id="rId33"/>
    <p:sldLayoutId id="2147483857" r:id="rId34"/>
    <p:sldLayoutId id="2147483858" r:id="rId35"/>
    <p:sldLayoutId id="2147483859" r:id="rId36"/>
    <p:sldLayoutId id="2147483860" r:id="rId37"/>
    <p:sldLayoutId id="2147483861" r:id="rId38"/>
    <p:sldLayoutId id="2147483862" r:id="rId39"/>
    <p:sldLayoutId id="2147483863" r:id="rId40"/>
    <p:sldLayoutId id="2147483864" r:id="rId41"/>
    <p:sldLayoutId id="2147483865" r:id="rId42"/>
    <p:sldLayoutId id="2147483866" r:id="rId43"/>
    <p:sldLayoutId id="2147483867" r:id="rId44"/>
    <p:sldLayoutId id="2147483868" r:id="rId45"/>
    <p:sldLayoutId id="2147483869" r:id="rId46"/>
    <p:sldLayoutId id="2147483870" r:id="rId47"/>
    <p:sldLayoutId id="2147483871" r:id="rId48"/>
    <p:sldLayoutId id="2147483872" r:id="rId49"/>
    <p:sldLayoutId id="2147483873" r:id="rId50"/>
    <p:sldLayoutId id="2147483874"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prdct.school/41k2Z9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hyperlink" Target="https://prdct.school/3mvdub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6.xml"/><Relationship Id="rId2" Type="http://schemas.openxmlformats.org/officeDocument/2006/relationships/notesSlide" Target="../notesSlides/notesSlide28.xml"/><Relationship Id="rId3" Type="http://schemas.openxmlformats.org/officeDocument/2006/relationships/hyperlink" Target="https://www.youtube.com/watch?v=fW-zCm1Ig3Y&amp;t=28s" TargetMode="External"/><Relationship Id="rId4" Type="http://schemas.openxmlformats.org/officeDocument/2006/relationships/hyperlink" Target="https://prdct.school/407rKVj" TargetMode="External"/><Relationship Id="rId9" Type="http://schemas.openxmlformats.org/officeDocument/2006/relationships/image" Target="../media/image4.png"/><Relationship Id="rId5" Type="http://schemas.openxmlformats.org/officeDocument/2006/relationships/hyperlink" Target="https://forms.gle/QkMfkyS4rTSU5XPj8" TargetMode="External"/><Relationship Id="rId6" Type="http://schemas.openxmlformats.org/officeDocument/2006/relationships/hyperlink" Target="https://www.facebook.com/groups/ProductManagersCommunity" TargetMode="External"/><Relationship Id="rId7" Type="http://schemas.openxmlformats.org/officeDocument/2006/relationships/image" Target="../media/image6.png"/><Relationship Id="rId8" Type="http://schemas.openxmlformats.org/officeDocument/2006/relationships/hyperlink" Target="https://www.instagram.com/productschool/" TargetMode="External"/><Relationship Id="rId11" Type="http://schemas.openxmlformats.org/officeDocument/2006/relationships/image" Target="../media/image3.png"/><Relationship Id="rId10" Type="http://schemas.openxmlformats.org/officeDocument/2006/relationships/hyperlink" Target="https://www.linkedin.com/company/product-school/" TargetMode="External"/><Relationship Id="rId13" Type="http://schemas.openxmlformats.org/officeDocument/2006/relationships/image" Target="../media/image2.png"/><Relationship Id="rId12" Type="http://schemas.openxmlformats.org/officeDocument/2006/relationships/hyperlink" Target="https://productschool.com/slack-community/" TargetMode="External"/><Relationship Id="rId15" Type="http://schemas.openxmlformats.org/officeDocument/2006/relationships/image" Target="../media/image5.png"/><Relationship Id="rId14" Type="http://schemas.openxmlformats.org/officeDocument/2006/relationships/hyperlink" Target="https://twitter.com/productschool" TargetMode="External"/><Relationship Id="rId17" Type="http://schemas.openxmlformats.org/officeDocument/2006/relationships/image" Target="../media/image7.jpg"/><Relationship Id="rId16" Type="http://schemas.openxmlformats.org/officeDocument/2006/relationships/hyperlink" Target="http://www.youtube.com/watch?v=fW-zCm1Ig3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82C"/>
        </a:solidFill>
      </p:bgPr>
    </p:bg>
    <p:spTree>
      <p:nvGrpSpPr>
        <p:cNvPr id="1190" name="Shape 1190"/>
        <p:cNvGrpSpPr/>
        <p:nvPr/>
      </p:nvGrpSpPr>
      <p:grpSpPr>
        <a:xfrm>
          <a:off x="0" y="0"/>
          <a:ext cx="0" cy="0"/>
          <a:chOff x="0" y="0"/>
          <a:chExt cx="0" cy="0"/>
        </a:xfrm>
      </p:grpSpPr>
      <p:pic>
        <p:nvPicPr>
          <p:cNvPr id="1191" name="Google Shape;1191;p233"/>
          <p:cNvPicPr preferRelativeResize="0"/>
          <p:nvPr/>
        </p:nvPicPr>
        <p:blipFill>
          <a:blip r:embed="rId3">
            <a:alphaModFix/>
          </a:blip>
          <a:stretch>
            <a:fillRect/>
          </a:stretch>
        </p:blipFill>
        <p:spPr>
          <a:xfrm>
            <a:off x="3665234" y="534475"/>
            <a:ext cx="1819450" cy="312425"/>
          </a:xfrm>
          <a:prstGeom prst="rect">
            <a:avLst/>
          </a:prstGeom>
          <a:noFill/>
          <a:ln>
            <a:noFill/>
          </a:ln>
        </p:spPr>
      </p:pic>
      <p:sp>
        <p:nvSpPr>
          <p:cNvPr id="1192" name="Google Shape;1192;p233"/>
          <p:cNvSpPr txBox="1"/>
          <p:nvPr/>
        </p:nvSpPr>
        <p:spPr>
          <a:xfrm>
            <a:off x="1242600" y="1206225"/>
            <a:ext cx="6658800" cy="2052600"/>
          </a:xfrm>
          <a:prstGeom prst="rect">
            <a:avLst/>
          </a:prstGeom>
          <a:noFill/>
          <a:ln>
            <a:noFill/>
          </a:ln>
        </p:spPr>
        <p:txBody>
          <a:bodyPr anchorCtr="0" anchor="ctr" bIns="91425" lIns="91425" spcFirstLastPara="1" rIns="91425" wrap="square" tIns="91425">
            <a:noAutofit/>
          </a:bodyPr>
          <a:lstStyle/>
          <a:p>
            <a:pPr indent="0" lvl="0" marL="0" rtl="0" algn="ctr">
              <a:spcBef>
                <a:spcPts val="1000"/>
              </a:spcBef>
              <a:spcAft>
                <a:spcPts val="0"/>
              </a:spcAft>
              <a:buNone/>
            </a:pPr>
            <a:r>
              <a:rPr b="1" lang="en" sz="4400">
                <a:solidFill>
                  <a:srgbClr val="FCFCFC"/>
                </a:solidFill>
                <a:latin typeface="Poppins"/>
                <a:ea typeface="Poppins"/>
                <a:cs typeface="Poppins"/>
                <a:sym typeface="Poppins"/>
              </a:rPr>
              <a:t>Product Strategy </a:t>
            </a:r>
            <a:endParaRPr b="1" sz="4400">
              <a:solidFill>
                <a:srgbClr val="FCFCFC"/>
              </a:solidFill>
              <a:latin typeface="Poppins"/>
              <a:ea typeface="Poppins"/>
              <a:cs typeface="Poppins"/>
              <a:sym typeface="Poppins"/>
            </a:endParaRPr>
          </a:p>
        </p:txBody>
      </p:sp>
      <p:sp>
        <p:nvSpPr>
          <p:cNvPr id="1193" name="Google Shape;1193;p233"/>
          <p:cNvSpPr txBox="1"/>
          <p:nvPr/>
        </p:nvSpPr>
        <p:spPr>
          <a:xfrm>
            <a:off x="2946150" y="2692408"/>
            <a:ext cx="3251700" cy="41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E5E5EB"/>
                </a:solidFill>
                <a:latin typeface="Poppins SemiBold"/>
                <a:ea typeface="Poppins SemiBold"/>
                <a:cs typeface="Poppins SemiBold"/>
                <a:sym typeface="Poppins SemiBold"/>
              </a:rPr>
              <a:t>[Insert Title Here]</a:t>
            </a:r>
            <a:endParaRPr>
              <a:solidFill>
                <a:srgbClr val="E5E5EB"/>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rgbClr val="E5E5EB"/>
              </a:solidFill>
              <a:latin typeface="Lato"/>
              <a:ea typeface="Lato"/>
              <a:cs typeface="Lato"/>
              <a:sym typeface="Lato"/>
            </a:endParaRPr>
          </a:p>
        </p:txBody>
      </p:sp>
      <p:sp>
        <p:nvSpPr>
          <p:cNvPr id="1194" name="Google Shape;1194;p233"/>
          <p:cNvSpPr txBox="1"/>
          <p:nvPr/>
        </p:nvSpPr>
        <p:spPr>
          <a:xfrm>
            <a:off x="344025" y="4467075"/>
            <a:ext cx="4560300" cy="4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5"/>
                </a:solidFill>
                <a:latin typeface="Lato"/>
                <a:ea typeface="Lato"/>
                <a:cs typeface="Lato"/>
                <a:sym typeface="Lato"/>
              </a:rPr>
              <a:t>Template validated by </a:t>
            </a:r>
            <a:r>
              <a:rPr lang="en" sz="1100" u="sng">
                <a:solidFill>
                  <a:schemeClr val="lt1"/>
                </a:solidFill>
                <a:latin typeface="Lato"/>
                <a:ea typeface="Lato"/>
                <a:cs typeface="Lato"/>
                <a:sym typeface="Lato"/>
                <a:hlinkClick r:id="rId4">
                  <a:extLst>
                    <a:ext uri="{A12FA001-AC4F-418D-AE19-62706E023703}">
                      <ahyp:hlinkClr val="tx"/>
                    </a:ext>
                  </a:extLst>
                </a:hlinkClick>
              </a:rPr>
              <a:t>Amin Bashi</a:t>
            </a:r>
            <a:endParaRPr sz="1100">
              <a:solidFill>
                <a:schemeClr val="accent5"/>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198" name="Shape 1198"/>
        <p:cNvGrpSpPr/>
        <p:nvPr/>
      </p:nvGrpSpPr>
      <p:grpSpPr>
        <a:xfrm>
          <a:off x="0" y="0"/>
          <a:ext cx="0" cy="0"/>
          <a:chOff x="0" y="0"/>
          <a:chExt cx="0" cy="0"/>
        </a:xfrm>
      </p:grpSpPr>
      <p:sp>
        <p:nvSpPr>
          <p:cNvPr id="1199" name="Google Shape;1199;p234"/>
          <p:cNvSpPr txBox="1"/>
          <p:nvPr>
            <p:ph type="title"/>
          </p:nvPr>
        </p:nvSpPr>
        <p:spPr>
          <a:xfrm>
            <a:off x="607200" y="1000725"/>
            <a:ext cx="50199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included in this template</a:t>
            </a:r>
            <a:endParaRPr/>
          </a:p>
        </p:txBody>
      </p:sp>
      <p:sp>
        <p:nvSpPr>
          <p:cNvPr id="1200" name="Google Shape;1200;p234"/>
          <p:cNvSpPr txBox="1"/>
          <p:nvPr>
            <p:ph idx="1" type="body"/>
          </p:nvPr>
        </p:nvSpPr>
        <p:spPr>
          <a:xfrm>
            <a:off x="607200" y="1765600"/>
            <a:ext cx="7716300" cy="2923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a:t>What is a Product Strategy Template ?</a:t>
            </a:r>
            <a:endParaRPr/>
          </a:p>
          <a:p>
            <a:pPr indent="-323850" lvl="0" marL="457200" rtl="0" algn="l">
              <a:spcBef>
                <a:spcPts val="0"/>
              </a:spcBef>
              <a:spcAft>
                <a:spcPts val="0"/>
              </a:spcAft>
              <a:buSzPts val="1500"/>
              <a:buAutoNum type="arabicPeriod"/>
            </a:pPr>
            <a:r>
              <a:rPr lang="en"/>
              <a:t>The Product Strategy Formula </a:t>
            </a:r>
            <a:endParaRPr/>
          </a:p>
          <a:p>
            <a:pPr indent="-323850" lvl="0" marL="457200" rtl="0" algn="l">
              <a:spcBef>
                <a:spcPts val="0"/>
              </a:spcBef>
              <a:spcAft>
                <a:spcPts val="0"/>
              </a:spcAft>
              <a:buSzPts val="1500"/>
              <a:buAutoNum type="arabicPeriod"/>
            </a:pPr>
            <a:r>
              <a:rPr lang="en"/>
              <a:t>FAQs &amp; Best Practices</a:t>
            </a:r>
            <a:endParaRPr/>
          </a:p>
          <a:p>
            <a:pPr indent="-323850" lvl="0" marL="457200" rtl="0" algn="l">
              <a:spcBef>
                <a:spcPts val="0"/>
              </a:spcBef>
              <a:spcAft>
                <a:spcPts val="0"/>
              </a:spcAft>
              <a:buSzPts val="1500"/>
              <a:buAutoNum type="arabicPeriod"/>
            </a:pPr>
            <a:r>
              <a:rPr lang="en"/>
              <a:t>Extra Resources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235"/>
          <p:cNvSpPr txBox="1"/>
          <p:nvPr>
            <p:ph type="title"/>
          </p:nvPr>
        </p:nvSpPr>
        <p:spPr>
          <a:xfrm>
            <a:off x="607200" y="1000725"/>
            <a:ext cx="57393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Product Strategy </a:t>
            </a:r>
            <a:r>
              <a:rPr lang="en"/>
              <a:t>Formula</a:t>
            </a:r>
            <a:r>
              <a:rPr lang="en"/>
              <a:t>?</a:t>
            </a:r>
            <a:endParaRPr/>
          </a:p>
        </p:txBody>
      </p:sp>
      <p:sp>
        <p:nvSpPr>
          <p:cNvPr id="1206" name="Google Shape;1206;p235"/>
          <p:cNvSpPr txBox="1"/>
          <p:nvPr>
            <p:ph idx="1" type="body"/>
          </p:nvPr>
        </p:nvSpPr>
        <p:spPr>
          <a:xfrm>
            <a:off x="607200" y="1765600"/>
            <a:ext cx="6688500" cy="267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lang="en" u="sng">
                <a:solidFill>
                  <a:schemeClr val="hlink"/>
                </a:solidFill>
                <a:hlinkClick r:id="rId3"/>
              </a:rPr>
              <a:t>product strategy</a:t>
            </a:r>
            <a:r>
              <a:rPr lang="en"/>
              <a:t> is a </a:t>
            </a:r>
            <a:r>
              <a:rPr b="1" lang="en"/>
              <a:t>comprehensive plan</a:t>
            </a:r>
            <a:r>
              <a:rPr lang="en"/>
              <a:t> that outlines how a company will build a product, bring it to market, achieve its goals, and meet the needs of its target audience.</a:t>
            </a:r>
            <a:r>
              <a:rPr lang="en"/>
              <a:t> </a:t>
            </a:r>
            <a:r>
              <a:rPr lang="en"/>
              <a:t>A well-defined product strategy includes several key elements: Product Vision, Insights, Challenges, Approaches and Accountability.</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In today's rapidly evolving market, a strong product strategy is essential for companies to remain competitive, achieve their goals, and meet the evolving needs of their customers.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236"/>
          <p:cNvSpPr txBox="1"/>
          <p:nvPr>
            <p:ph idx="4294967295" type="body"/>
          </p:nvPr>
        </p:nvSpPr>
        <p:spPr>
          <a:xfrm>
            <a:off x="5223025" y="1182900"/>
            <a:ext cx="33714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solidFill>
                  <a:srgbClr val="E5E5EB"/>
                </a:solidFill>
                <a:latin typeface="Poppins SemiBold"/>
                <a:ea typeface="Poppins SemiBold"/>
                <a:cs typeface="Poppins SemiBold"/>
                <a:sym typeface="Poppins SemiBold"/>
              </a:rPr>
              <a:t>Product Vision</a:t>
            </a:r>
            <a:endParaRPr>
              <a:solidFill>
                <a:srgbClr val="E5E5EB"/>
              </a:solidFill>
              <a:latin typeface="Poppins SemiBold"/>
              <a:ea typeface="Poppins SemiBold"/>
              <a:cs typeface="Poppins SemiBold"/>
              <a:sym typeface="Poppins SemiBold"/>
            </a:endParaRPr>
          </a:p>
        </p:txBody>
      </p:sp>
      <p:sp>
        <p:nvSpPr>
          <p:cNvPr id="1212" name="Google Shape;1212;p236"/>
          <p:cNvSpPr txBox="1"/>
          <p:nvPr>
            <p:ph idx="4294967295" type="body"/>
          </p:nvPr>
        </p:nvSpPr>
        <p:spPr>
          <a:xfrm>
            <a:off x="5223025" y="1630600"/>
            <a:ext cx="33714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solidFill>
                  <a:srgbClr val="E5E5EB"/>
                </a:solidFill>
                <a:latin typeface="Poppins SemiBold"/>
                <a:ea typeface="Poppins SemiBold"/>
                <a:cs typeface="Poppins SemiBold"/>
                <a:sym typeface="Poppins SemiBold"/>
              </a:rPr>
              <a:t>Insights</a:t>
            </a:r>
            <a:endParaRPr sz="1000">
              <a:solidFill>
                <a:srgbClr val="E5E5EB"/>
              </a:solidFill>
              <a:latin typeface="Poppins SemiBold"/>
              <a:ea typeface="Poppins SemiBold"/>
              <a:cs typeface="Poppins SemiBold"/>
              <a:sym typeface="Poppins SemiBold"/>
            </a:endParaRPr>
          </a:p>
        </p:txBody>
      </p:sp>
      <p:sp>
        <p:nvSpPr>
          <p:cNvPr id="1213" name="Google Shape;1213;p236"/>
          <p:cNvSpPr txBox="1"/>
          <p:nvPr>
            <p:ph idx="4294967295" type="body"/>
          </p:nvPr>
        </p:nvSpPr>
        <p:spPr>
          <a:xfrm>
            <a:off x="5223025" y="2078300"/>
            <a:ext cx="33714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solidFill>
                  <a:srgbClr val="E5E5EB"/>
                </a:solidFill>
                <a:latin typeface="Poppins SemiBold"/>
                <a:ea typeface="Poppins SemiBold"/>
                <a:cs typeface="Poppins SemiBold"/>
                <a:sym typeface="Poppins SemiBold"/>
              </a:rPr>
              <a:t>Challenges </a:t>
            </a:r>
            <a:endParaRPr>
              <a:solidFill>
                <a:srgbClr val="E5E5EB"/>
              </a:solidFill>
              <a:latin typeface="Poppins SemiBold"/>
              <a:ea typeface="Poppins SemiBold"/>
              <a:cs typeface="Poppins SemiBold"/>
              <a:sym typeface="Poppins SemiBold"/>
            </a:endParaRPr>
          </a:p>
        </p:txBody>
      </p:sp>
      <p:sp>
        <p:nvSpPr>
          <p:cNvPr id="1214" name="Google Shape;1214;p236"/>
          <p:cNvSpPr txBox="1"/>
          <p:nvPr>
            <p:ph idx="4294967295" type="body"/>
          </p:nvPr>
        </p:nvSpPr>
        <p:spPr>
          <a:xfrm>
            <a:off x="5223025" y="2526000"/>
            <a:ext cx="33714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solidFill>
                  <a:srgbClr val="E5E5EB"/>
                </a:solidFill>
                <a:latin typeface="Poppins SemiBold"/>
                <a:ea typeface="Poppins SemiBold"/>
                <a:cs typeface="Poppins SemiBold"/>
                <a:sym typeface="Poppins SemiBold"/>
              </a:rPr>
              <a:t>Approaches</a:t>
            </a:r>
            <a:endParaRPr>
              <a:solidFill>
                <a:srgbClr val="E5E5EB"/>
              </a:solidFill>
              <a:latin typeface="Poppins SemiBold"/>
              <a:ea typeface="Poppins SemiBold"/>
              <a:cs typeface="Poppins SemiBold"/>
              <a:sym typeface="Poppins SemiBold"/>
            </a:endParaRPr>
          </a:p>
        </p:txBody>
      </p:sp>
      <p:sp>
        <p:nvSpPr>
          <p:cNvPr id="1215" name="Google Shape;1215;p236"/>
          <p:cNvSpPr txBox="1"/>
          <p:nvPr>
            <p:ph idx="4294967295" type="body"/>
          </p:nvPr>
        </p:nvSpPr>
        <p:spPr>
          <a:xfrm>
            <a:off x="5223025" y="2973700"/>
            <a:ext cx="33714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solidFill>
                  <a:srgbClr val="E5E5EB"/>
                </a:solidFill>
                <a:latin typeface="Poppins SemiBold"/>
                <a:ea typeface="Poppins SemiBold"/>
                <a:cs typeface="Poppins SemiBold"/>
                <a:sym typeface="Poppins SemiBold"/>
              </a:rPr>
              <a:t>Accountability</a:t>
            </a:r>
            <a:endParaRPr>
              <a:solidFill>
                <a:srgbClr val="E5E5EB"/>
              </a:solidFill>
              <a:latin typeface="Poppins SemiBold"/>
              <a:ea typeface="Poppins SemiBold"/>
              <a:cs typeface="Poppins SemiBold"/>
              <a:sym typeface="Poppins SemiBold"/>
            </a:endParaRPr>
          </a:p>
        </p:txBody>
      </p:sp>
      <p:sp>
        <p:nvSpPr>
          <p:cNvPr id="1216" name="Google Shape;1216;p236"/>
          <p:cNvSpPr txBox="1"/>
          <p:nvPr>
            <p:ph idx="4294967295" type="body"/>
          </p:nvPr>
        </p:nvSpPr>
        <p:spPr>
          <a:xfrm>
            <a:off x="5223025" y="3468900"/>
            <a:ext cx="32235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Poppins SemiBold"/>
                <a:ea typeface="Poppins SemiBold"/>
                <a:cs typeface="Poppins SemiBold"/>
                <a:sym typeface="Poppins SemiBold"/>
              </a:rPr>
              <a:t>Product Strategy</a:t>
            </a:r>
            <a:endParaRPr sz="1800">
              <a:solidFill>
                <a:schemeClr val="lt1"/>
              </a:solidFill>
              <a:latin typeface="Poppins SemiBold"/>
              <a:ea typeface="Poppins SemiBold"/>
              <a:cs typeface="Poppins SemiBold"/>
              <a:sym typeface="Poppins SemiBold"/>
            </a:endParaRPr>
          </a:p>
        </p:txBody>
      </p:sp>
      <p:cxnSp>
        <p:nvCxnSpPr>
          <p:cNvPr id="1217" name="Google Shape;1217;p236"/>
          <p:cNvCxnSpPr/>
          <p:nvPr/>
        </p:nvCxnSpPr>
        <p:spPr>
          <a:xfrm>
            <a:off x="5286375" y="3421400"/>
            <a:ext cx="2956500" cy="0"/>
          </a:xfrm>
          <a:prstGeom prst="straightConnector1">
            <a:avLst/>
          </a:prstGeom>
          <a:noFill/>
          <a:ln cap="flat" cmpd="sng" w="19050">
            <a:solidFill>
              <a:srgbClr val="C1C0CE"/>
            </a:solidFill>
            <a:prstDash val="solid"/>
            <a:round/>
            <a:headEnd len="med" w="med" type="none"/>
            <a:tailEnd len="med" w="med" type="none"/>
          </a:ln>
        </p:spPr>
      </p:cxnSp>
      <p:sp>
        <p:nvSpPr>
          <p:cNvPr id="1218" name="Google Shape;1218;p236"/>
          <p:cNvSpPr txBox="1"/>
          <p:nvPr>
            <p:ph idx="4294967295" type="body"/>
          </p:nvPr>
        </p:nvSpPr>
        <p:spPr>
          <a:xfrm>
            <a:off x="4877400" y="2935298"/>
            <a:ext cx="324000" cy="477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900">
                <a:solidFill>
                  <a:srgbClr val="E5E5EB"/>
                </a:solidFill>
                <a:latin typeface="Poppins SemiBold"/>
                <a:ea typeface="Poppins SemiBold"/>
                <a:cs typeface="Poppins SemiBold"/>
                <a:sym typeface="Poppins SemiBold"/>
              </a:rPr>
              <a:t>+</a:t>
            </a:r>
            <a:endParaRPr sz="1900">
              <a:solidFill>
                <a:srgbClr val="E5E5EB"/>
              </a:solidFill>
              <a:latin typeface="Poppins SemiBold"/>
              <a:ea typeface="Poppins SemiBold"/>
              <a:cs typeface="Poppins SemiBold"/>
              <a:sym typeface="Poppins SemiBold"/>
            </a:endParaRPr>
          </a:p>
        </p:txBody>
      </p:sp>
      <p:sp>
        <p:nvSpPr>
          <p:cNvPr id="1219" name="Google Shape;1219;p236"/>
          <p:cNvSpPr txBox="1"/>
          <p:nvPr>
            <p:ph type="title"/>
          </p:nvPr>
        </p:nvSpPr>
        <p:spPr>
          <a:xfrm>
            <a:off x="895531" y="1328000"/>
            <a:ext cx="3007500" cy="190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Product </a:t>
            </a:r>
            <a:br>
              <a:rPr lang="en"/>
            </a:br>
            <a:r>
              <a:rPr lang="en"/>
              <a:t>Strategy </a:t>
            </a:r>
            <a:br>
              <a:rPr lang="en"/>
            </a:br>
            <a:r>
              <a:rPr lang="en"/>
              <a:t>Formula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237"/>
          <p:cNvSpPr txBox="1"/>
          <p:nvPr>
            <p:ph type="title"/>
          </p:nvPr>
        </p:nvSpPr>
        <p:spPr>
          <a:xfrm>
            <a:off x="568525" y="693513"/>
            <a:ext cx="56517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Instructions: How to Use this Template</a:t>
            </a:r>
            <a:endParaRPr/>
          </a:p>
          <a:p>
            <a:pPr indent="0" lvl="0" marL="0" rtl="0" algn="l">
              <a:spcBef>
                <a:spcPts val="0"/>
              </a:spcBef>
              <a:spcAft>
                <a:spcPts val="0"/>
              </a:spcAft>
              <a:buNone/>
            </a:pPr>
            <a:r>
              <a:t/>
            </a:r>
            <a:endParaRPr/>
          </a:p>
        </p:txBody>
      </p:sp>
      <p:sp>
        <p:nvSpPr>
          <p:cNvPr id="1225" name="Google Shape;1225;p237"/>
          <p:cNvSpPr txBox="1"/>
          <p:nvPr>
            <p:ph idx="1" type="body"/>
          </p:nvPr>
        </p:nvSpPr>
        <p:spPr>
          <a:xfrm>
            <a:off x="568525" y="1260550"/>
            <a:ext cx="6258900" cy="3563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b="1" lang="en" sz="1300"/>
              <a:t>Review the template:</a:t>
            </a:r>
            <a:r>
              <a:rPr lang="en" sz="1300"/>
              <a:t> Thoroughly review the Product Strategy Formula template to gain an understanding of its structure and purpose.</a:t>
            </a:r>
            <a:endParaRPr sz="1300"/>
          </a:p>
          <a:p>
            <a:pPr indent="-311150" lvl="0" marL="457200" rtl="0" algn="l">
              <a:spcBef>
                <a:spcPts val="600"/>
              </a:spcBef>
              <a:spcAft>
                <a:spcPts val="0"/>
              </a:spcAft>
              <a:buSzPts val="1300"/>
              <a:buAutoNum type="arabicPeriod"/>
            </a:pPr>
            <a:r>
              <a:rPr b="1" lang="en" sz="1300"/>
              <a:t>Customize the template:</a:t>
            </a:r>
            <a:r>
              <a:rPr lang="en" sz="1300"/>
              <a:t> Fill out the template to fit the specific needs of your product.</a:t>
            </a:r>
            <a:endParaRPr sz="1300"/>
          </a:p>
          <a:p>
            <a:pPr indent="-311150" lvl="0" marL="457200" rtl="0" algn="l">
              <a:spcBef>
                <a:spcPts val="600"/>
              </a:spcBef>
              <a:spcAft>
                <a:spcPts val="0"/>
              </a:spcAft>
              <a:buSzPts val="1300"/>
              <a:buAutoNum type="arabicPeriod"/>
            </a:pPr>
            <a:r>
              <a:rPr b="1" lang="en" sz="1300"/>
              <a:t>Review example: </a:t>
            </a:r>
            <a:r>
              <a:rPr lang="en" sz="1300"/>
              <a:t>Use the sample product strategy in the accompanying materials as a reference, to see how the template can be effectively filled out.</a:t>
            </a:r>
            <a:endParaRPr sz="1300"/>
          </a:p>
          <a:p>
            <a:pPr indent="-311150" lvl="0" marL="457200" rtl="0" algn="l">
              <a:spcBef>
                <a:spcPts val="600"/>
              </a:spcBef>
              <a:spcAft>
                <a:spcPts val="0"/>
              </a:spcAft>
              <a:buSzPts val="1300"/>
              <a:buAutoNum type="arabicPeriod"/>
            </a:pPr>
            <a:r>
              <a:rPr b="1" lang="en" sz="1300"/>
              <a:t>Socialize: </a:t>
            </a:r>
            <a:r>
              <a:rPr lang="en" sz="1300"/>
              <a:t>Summarize the template and use it to socialize with major stakeholders and get signatures.</a:t>
            </a:r>
            <a:endParaRPr sz="1300"/>
          </a:p>
          <a:p>
            <a:pPr indent="-311150" lvl="0" marL="457200" rtl="0" algn="l">
              <a:spcBef>
                <a:spcPts val="600"/>
              </a:spcBef>
              <a:spcAft>
                <a:spcPts val="0"/>
              </a:spcAft>
              <a:buSzPts val="1300"/>
              <a:buAutoNum type="arabicPeriod"/>
            </a:pPr>
            <a:r>
              <a:rPr b="1" lang="en" sz="1300"/>
              <a:t>Update the template:</a:t>
            </a:r>
            <a:r>
              <a:rPr lang="en" sz="1300"/>
              <a:t> Periodically review the template as you build your product to stay up to date with decision changes.</a:t>
            </a:r>
            <a:endParaRPr sz="1300"/>
          </a:p>
          <a:p>
            <a:pPr indent="-311150" lvl="0" marL="457200" rtl="0" algn="l">
              <a:spcBef>
                <a:spcPts val="600"/>
              </a:spcBef>
              <a:spcAft>
                <a:spcPts val="600"/>
              </a:spcAft>
              <a:buSzPts val="1300"/>
              <a:buAutoNum type="arabicPeriod"/>
            </a:pPr>
            <a:r>
              <a:rPr b="1" lang="en" sz="1300"/>
              <a:t>Use it as a reference:</a:t>
            </a:r>
            <a:r>
              <a:rPr lang="en" sz="1300"/>
              <a:t> Keep the template handy and refer to it frequently to keep stakeholder aligned on the problem you’re solving.</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238"/>
          <p:cNvSpPr/>
          <p:nvPr/>
        </p:nvSpPr>
        <p:spPr>
          <a:xfrm>
            <a:off x="5435260" y="1266388"/>
            <a:ext cx="15846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8"/>
          <p:cNvSpPr/>
          <p:nvPr/>
        </p:nvSpPr>
        <p:spPr>
          <a:xfrm>
            <a:off x="4122045" y="1266388"/>
            <a:ext cx="1314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38"/>
          <p:cNvSpPr/>
          <p:nvPr/>
        </p:nvSpPr>
        <p:spPr>
          <a:xfrm>
            <a:off x="2890850" y="1266388"/>
            <a:ext cx="123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38"/>
          <p:cNvSpPr/>
          <p:nvPr/>
        </p:nvSpPr>
        <p:spPr>
          <a:xfrm>
            <a:off x="1928825" y="1266388"/>
            <a:ext cx="96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38"/>
          <p:cNvSpPr/>
          <p:nvPr/>
        </p:nvSpPr>
        <p:spPr>
          <a:xfrm>
            <a:off x="7019075" y="1266400"/>
            <a:ext cx="1938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38"/>
          <p:cNvSpPr/>
          <p:nvPr/>
        </p:nvSpPr>
        <p:spPr>
          <a:xfrm>
            <a:off x="175850" y="1674775"/>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38"/>
          <p:cNvSpPr/>
          <p:nvPr/>
        </p:nvSpPr>
        <p:spPr>
          <a:xfrm>
            <a:off x="175850" y="1266400"/>
            <a:ext cx="17529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38"/>
          <p:cNvSpPr txBox="1"/>
          <p:nvPr>
            <p:ph idx="4294967295" type="body"/>
          </p:nvPr>
        </p:nvSpPr>
        <p:spPr>
          <a:xfrm>
            <a:off x="465550" y="1975200"/>
            <a:ext cx="46212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The ESSENCE of your product strategy:</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Connects to the company vision</a:t>
            </a:r>
            <a:endParaRPr sz="1200"/>
          </a:p>
          <a:p>
            <a:pPr indent="-304800" lvl="0" marL="457200" rtl="0" algn="l">
              <a:spcBef>
                <a:spcPts val="1000"/>
              </a:spcBef>
              <a:spcAft>
                <a:spcPts val="0"/>
              </a:spcAft>
              <a:buSzPts val="1200"/>
              <a:buChar char="●"/>
            </a:pPr>
            <a:r>
              <a:rPr lang="en" sz="1200"/>
              <a:t>Feels aspirational, a long term goal</a:t>
            </a:r>
            <a:endParaRPr sz="1200"/>
          </a:p>
          <a:p>
            <a:pPr indent="-304800" lvl="0" marL="457200" rtl="0" algn="l">
              <a:spcBef>
                <a:spcPts val="1000"/>
              </a:spcBef>
              <a:spcAft>
                <a:spcPts val="0"/>
              </a:spcAft>
              <a:buSzPts val="1200"/>
              <a:buChar char="●"/>
            </a:pPr>
            <a:r>
              <a:rPr lang="en" sz="1200"/>
              <a:t>Fairly stable, tends to pivot less than strategy</a:t>
            </a:r>
            <a:endParaRPr sz="1200"/>
          </a:p>
          <a:p>
            <a:pPr indent="-304800" lvl="0" marL="457200" rtl="0" algn="l">
              <a:spcBef>
                <a:spcPts val="1000"/>
              </a:spcBef>
              <a:spcAft>
                <a:spcPts val="0"/>
              </a:spcAft>
              <a:buSzPts val="1200"/>
              <a:buChar char="●"/>
            </a:pPr>
            <a:r>
              <a:rPr lang="en" sz="1200"/>
              <a:t>Defines: </a:t>
            </a:r>
            <a:endParaRPr sz="1200"/>
          </a:p>
          <a:p>
            <a:pPr indent="-304800" lvl="1" marL="914400" rtl="0" algn="l">
              <a:spcBef>
                <a:spcPts val="0"/>
              </a:spcBef>
              <a:spcAft>
                <a:spcPts val="0"/>
              </a:spcAft>
              <a:buSzPts val="1200"/>
              <a:buChar char="○"/>
            </a:pPr>
            <a:r>
              <a:rPr lang="en"/>
              <a:t>What problem(s) we are solving</a:t>
            </a:r>
            <a:endParaRPr/>
          </a:p>
          <a:p>
            <a:pPr indent="-304800" lvl="1" marL="914400" rtl="0" algn="l">
              <a:spcBef>
                <a:spcPts val="0"/>
              </a:spcBef>
              <a:spcAft>
                <a:spcPts val="0"/>
              </a:spcAft>
              <a:buSzPts val="1200"/>
              <a:buChar char="○"/>
            </a:pPr>
            <a:r>
              <a:rPr lang="en"/>
              <a:t>Who we are solving problem(s) for</a:t>
            </a:r>
            <a:endParaRPr/>
          </a:p>
          <a:p>
            <a:pPr indent="-304800" lvl="1" marL="914400" rtl="0" algn="l">
              <a:spcBef>
                <a:spcPts val="0"/>
              </a:spcBef>
              <a:spcAft>
                <a:spcPts val="0"/>
              </a:spcAft>
              <a:buSzPts val="1200"/>
              <a:buChar char="○"/>
            </a:pPr>
            <a:r>
              <a:rPr lang="en"/>
              <a:t>Why now is the right time to build this</a:t>
            </a:r>
            <a:endParaRPr/>
          </a:p>
        </p:txBody>
      </p:sp>
      <p:sp>
        <p:nvSpPr>
          <p:cNvPr id="1238" name="Google Shape;1238;p238"/>
          <p:cNvSpPr txBox="1"/>
          <p:nvPr>
            <p:ph type="title"/>
          </p:nvPr>
        </p:nvSpPr>
        <p:spPr>
          <a:xfrm>
            <a:off x="606900" y="538425"/>
            <a:ext cx="768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oppins"/>
                <a:ea typeface="Poppins"/>
                <a:cs typeface="Poppins"/>
                <a:sym typeface="Poppins"/>
              </a:rPr>
              <a:t>The Product Strategy Formula</a:t>
            </a:r>
            <a:endParaRPr>
              <a:latin typeface="Poppins"/>
              <a:ea typeface="Poppins"/>
              <a:cs typeface="Poppins"/>
              <a:sym typeface="Poppins"/>
            </a:endParaRPr>
          </a:p>
        </p:txBody>
      </p:sp>
      <p:sp>
        <p:nvSpPr>
          <p:cNvPr id="1239" name="Google Shape;1239;p238"/>
          <p:cNvSpPr txBox="1"/>
          <p:nvPr>
            <p:ph idx="4294967295" type="body"/>
          </p:nvPr>
        </p:nvSpPr>
        <p:spPr>
          <a:xfrm>
            <a:off x="284750" y="1275388"/>
            <a:ext cx="85971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latin typeface="Poppins SemiBold"/>
                <a:ea typeface="Poppins SemiBold"/>
                <a:cs typeface="Poppins SemiBold"/>
                <a:sym typeface="Poppins SemiBold"/>
              </a:rPr>
              <a:t>P</a:t>
            </a:r>
            <a:r>
              <a:rPr lang="en">
                <a:latin typeface="Poppins SemiBold"/>
                <a:ea typeface="Poppins SemiBold"/>
                <a:cs typeface="Poppins SemiBold"/>
                <a:sym typeface="Poppins SemiBold"/>
              </a:rPr>
              <a:t>roduct Vision</a:t>
            </a:r>
            <a:r>
              <a:rPr lang="en">
                <a:latin typeface="Poppins SemiBold"/>
                <a:ea typeface="Poppins SemiBold"/>
                <a:cs typeface="Poppins SemiBold"/>
                <a:sym typeface="Poppins SemiBold"/>
              </a:rPr>
              <a:t> +    </a:t>
            </a:r>
            <a:r>
              <a:rPr lang="en">
                <a:solidFill>
                  <a:schemeClr val="accent4"/>
                </a:solidFill>
                <a:latin typeface="Poppins SemiBold"/>
                <a:ea typeface="Poppins SemiBold"/>
                <a:cs typeface="Poppins SemiBold"/>
                <a:sym typeface="Poppins SemiBold"/>
              </a:rPr>
              <a:t>Insights  + Challenges + Approaches + Accountability  = Product Strategy</a:t>
            </a:r>
            <a:endParaRPr>
              <a:solidFill>
                <a:schemeClr val="accent4"/>
              </a:solidFill>
              <a:latin typeface="Poppins SemiBold"/>
              <a:ea typeface="Poppins SemiBold"/>
              <a:cs typeface="Poppins SemiBold"/>
              <a:sym typeface="Poppins SemiBold"/>
            </a:endParaRPr>
          </a:p>
        </p:txBody>
      </p:sp>
      <p:sp>
        <p:nvSpPr>
          <p:cNvPr id="1240" name="Google Shape;1240;p238"/>
          <p:cNvSpPr txBox="1"/>
          <p:nvPr/>
        </p:nvSpPr>
        <p:spPr>
          <a:xfrm>
            <a:off x="5257250" y="2199526"/>
            <a:ext cx="3518100" cy="1371900"/>
          </a:xfrm>
          <a:prstGeom prst="rect">
            <a:avLst/>
          </a:prstGeom>
          <a:solidFill>
            <a:schemeClr val="accent5"/>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p:txBody>
      </p:sp>
      <p:sp>
        <p:nvSpPr>
          <p:cNvPr id="1241" name="Google Shape;1241;p238"/>
          <p:cNvSpPr txBox="1"/>
          <p:nvPr>
            <p:ph idx="4294967295" type="body"/>
          </p:nvPr>
        </p:nvSpPr>
        <p:spPr>
          <a:xfrm>
            <a:off x="5435250" y="2347425"/>
            <a:ext cx="3014100" cy="9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Poppins SemiBold"/>
                <a:ea typeface="Poppins SemiBold"/>
                <a:cs typeface="Poppins SemiBold"/>
                <a:sym typeface="Poppins SemiBold"/>
              </a:rPr>
              <a:t>A Real Analogy </a:t>
            </a:r>
            <a:endParaRPr sz="1000">
              <a:latin typeface="Poppins SemiBold"/>
              <a:ea typeface="Poppins SemiBold"/>
              <a:cs typeface="Poppins SemiBold"/>
              <a:sym typeface="Poppins SemiBold"/>
            </a:endParaRPr>
          </a:p>
          <a:p>
            <a:pPr indent="0" lvl="0" marL="0" rtl="0" algn="l">
              <a:spcBef>
                <a:spcPts val="1000"/>
              </a:spcBef>
              <a:spcAft>
                <a:spcPts val="1000"/>
              </a:spcAft>
              <a:buNone/>
            </a:pPr>
            <a:r>
              <a:rPr lang="en" sz="1000"/>
              <a:t>I want to live a long, full, and healthy life where I am able to spend plenty of quality time with family and friends.</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239"/>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Vision</a:t>
            </a:r>
            <a:endParaRPr/>
          </a:p>
        </p:txBody>
      </p:sp>
      <p:sp>
        <p:nvSpPr>
          <p:cNvPr id="1247" name="Google Shape;1247;p239"/>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a:t>
            </a:r>
            <a:r>
              <a:rPr lang="en"/>
              <a:t> name</a:t>
            </a:r>
            <a:endParaRPr/>
          </a:p>
        </p:txBody>
      </p:sp>
      <p:sp>
        <p:nvSpPr>
          <p:cNvPr id="1248" name="Google Shape;1248;p239"/>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
        <p:nvSpPr>
          <p:cNvPr id="1249" name="Google Shape;1249;p239"/>
          <p:cNvSpPr/>
          <p:nvPr/>
        </p:nvSpPr>
        <p:spPr>
          <a:xfrm>
            <a:off x="7575" y="0"/>
            <a:ext cx="22398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250" name="Google Shape;1250;p239"/>
          <p:cNvGraphicFramePr/>
          <p:nvPr/>
        </p:nvGraphicFramePr>
        <p:xfrm>
          <a:off x="203050" y="386414"/>
          <a:ext cx="3000000" cy="3000000"/>
        </p:xfrm>
        <a:graphic>
          <a:graphicData uri="http://schemas.openxmlformats.org/drawingml/2006/table">
            <a:tbl>
              <a:tblPr>
                <a:noFill/>
                <a:tableStyleId>{464D41AA-D2DC-4DD0-833B-0490B6759500}</a:tableStyleId>
              </a:tblPr>
              <a:tblGrid>
                <a:gridCol w="565750"/>
                <a:gridCol w="581625"/>
                <a:gridCol w="739825"/>
              </a:tblGrid>
              <a:tr h="495100">
                <a:tc gridSpan="3">
                  <a:txBody>
                    <a:bodyPr/>
                    <a:lstStyle/>
                    <a:p>
                      <a:pPr indent="0" lvl="0" marL="0" rtl="0" algn="l">
                        <a:spcBef>
                          <a:spcPts val="0"/>
                        </a:spcBef>
                        <a:spcAft>
                          <a:spcPts val="0"/>
                        </a:spcAft>
                        <a:buNone/>
                      </a:pPr>
                      <a:r>
                        <a:t/>
                      </a:r>
                      <a:endParaRPr sz="15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495100">
                <a:tc gridSpan="3">
                  <a:txBody>
                    <a:bodyPr/>
                    <a:lstStyle/>
                    <a:p>
                      <a:pPr indent="0" lvl="0" marL="0" rtl="0" algn="l">
                        <a:spcBef>
                          <a:spcPts val="0"/>
                        </a:spcBef>
                        <a:spcAft>
                          <a:spcPts val="0"/>
                        </a:spcAft>
                        <a:buNone/>
                      </a:pPr>
                      <a:r>
                        <a:rPr lang="en" sz="900">
                          <a:solidFill>
                            <a:schemeClr val="lt1"/>
                          </a:solidFill>
                          <a:latin typeface="Poppins SemiBold"/>
                          <a:ea typeface="Poppins SemiBold"/>
                          <a:cs typeface="Poppins SemiBold"/>
                          <a:sym typeface="Poppins SemiBold"/>
                        </a:rPr>
                        <a:t>Product Strategy Guide</a:t>
                      </a:r>
                      <a:endParaRPr sz="9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508100">
                <a:tc gridSpan="3" rowSpan="3">
                  <a:txBody>
                    <a:bodyPr/>
                    <a:lstStyle/>
                    <a:p>
                      <a:pPr indent="0" lvl="0" marL="0" rtl="0" algn="l">
                        <a:spcBef>
                          <a:spcPts val="0"/>
                        </a:spcBef>
                        <a:spcAft>
                          <a:spcPts val="0"/>
                        </a:spcAft>
                        <a:buNone/>
                      </a:pPr>
                      <a:r>
                        <a:rPr lang="en" sz="1000">
                          <a:solidFill>
                            <a:schemeClr val="lt1"/>
                          </a:solidFill>
                          <a:latin typeface="Lato"/>
                          <a:ea typeface="Lato"/>
                          <a:cs typeface="Lato"/>
                          <a:sym typeface="Lato"/>
                        </a:rPr>
                        <a:t>Use this slide to help you write a clear and concise statement that defines the product's purpose, goals, and intended impact on the market and customers.</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Answer the </a:t>
                      </a:r>
                      <a:r>
                        <a:rPr b="1" i="1" lang="en" sz="1000">
                          <a:solidFill>
                            <a:schemeClr val="lt1"/>
                          </a:solidFill>
                          <a:latin typeface="Lato"/>
                          <a:ea typeface="Lato"/>
                          <a:cs typeface="Lato"/>
                          <a:sym typeface="Lato"/>
                        </a:rPr>
                        <a:t>what, who and why </a:t>
                      </a:r>
                      <a:r>
                        <a:rPr lang="en" sz="1000">
                          <a:solidFill>
                            <a:schemeClr val="lt1"/>
                          </a:solidFill>
                          <a:latin typeface="Lato"/>
                          <a:ea typeface="Lato"/>
                          <a:cs typeface="Lato"/>
                          <a:sym typeface="Lato"/>
                        </a:rPr>
                        <a:t>of your product. </a:t>
                      </a:r>
                      <a:endParaRPr sz="1000">
                        <a:solidFill>
                          <a:schemeClr val="lt1"/>
                        </a:solidFill>
                        <a:latin typeface="Lato"/>
                        <a:ea typeface="Lato"/>
                        <a:cs typeface="Lato"/>
                        <a:sym typeface="Lato"/>
                      </a:endParaRPr>
                    </a:p>
                  </a:txBody>
                  <a:tcPr marT="91425" marB="91425" marR="156925" marL="182875">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rowSpan="3" hMerge="1"/>
                <a:tc rowSpan="3" hMerge="1"/>
              </a:tr>
              <a:tr h="508100">
                <a:tc gridSpan="3" vMerge="1"/>
                <a:tc hMerge="1" vMerge="1"/>
                <a:tc hMerge="1" vMerge="1"/>
              </a:tr>
              <a:tr h="119400">
                <a:tc gridSpan="3" vMerge="1"/>
                <a:tc hMerge="1" vMerge="1"/>
                <a:tc hMerge="1" vMerge="1"/>
              </a:tr>
            </a:tbl>
          </a:graphicData>
        </a:graphic>
      </p:graphicFrame>
      <p:graphicFrame>
        <p:nvGraphicFramePr>
          <p:cNvPr id="1251" name="Google Shape;1251;p239"/>
          <p:cNvGraphicFramePr/>
          <p:nvPr/>
        </p:nvGraphicFramePr>
        <p:xfrm>
          <a:off x="2600938" y="1493788"/>
          <a:ext cx="3000000" cy="3000000"/>
        </p:xfrm>
        <a:graphic>
          <a:graphicData uri="http://schemas.openxmlformats.org/drawingml/2006/table">
            <a:tbl>
              <a:tblPr>
                <a:noFill/>
                <a:tableStyleId>{464D41AA-D2DC-4DD0-833B-0490B6759500}</a:tableStyleId>
              </a:tblPr>
              <a:tblGrid>
                <a:gridCol w="801000"/>
                <a:gridCol w="1796825"/>
                <a:gridCol w="765450"/>
                <a:gridCol w="2579125"/>
              </a:tblGrid>
              <a:tr h="44755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For</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gridSpan="3">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(Target customer)</a:t>
                      </a:r>
                      <a:endParaRPr i="1"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c hMerge="1"/>
                <a:tc hMerge="1"/>
              </a:tr>
              <a:tr h="4343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Who</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gridSpan="3">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(Statement of need or opportunity) </a:t>
                      </a:r>
                      <a:r>
                        <a:rPr lang="en" sz="1000">
                          <a:solidFill>
                            <a:srgbClr val="3C4856"/>
                          </a:solidFill>
                          <a:latin typeface="Lato"/>
                          <a:ea typeface="Lato"/>
                          <a:cs typeface="Lato"/>
                          <a:sym typeface="Lato"/>
                        </a:rPr>
                        <a:t>What problem are we solving?</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hMerge="1"/>
                <a:tc hMerge="1"/>
              </a:tr>
              <a:tr h="5324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The</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(Product name)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is a</a:t>
                      </a:r>
                      <a:endParaRPr b="1"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(product category)</a:t>
                      </a:r>
                      <a:endParaRPr i="1"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50010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That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gridSpan="3">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(Key benefit, reason to buy)</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hMerge="1"/>
                <a:tc hMerge="1"/>
              </a:tr>
              <a:tr h="54862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Unlike</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gridSpan="3">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(Primary </a:t>
                      </a:r>
                      <a:r>
                        <a:rPr i="1" lang="en" sz="1000">
                          <a:solidFill>
                            <a:srgbClr val="3C4856"/>
                          </a:solidFill>
                          <a:latin typeface="Lato"/>
                          <a:ea typeface="Lato"/>
                          <a:cs typeface="Lato"/>
                          <a:sym typeface="Lato"/>
                        </a:rPr>
                        <a:t>competitive</a:t>
                      </a:r>
                      <a:r>
                        <a:rPr i="1" lang="en" sz="1000">
                          <a:solidFill>
                            <a:srgbClr val="3C4856"/>
                          </a:solidFill>
                          <a:latin typeface="Lato"/>
                          <a:ea typeface="Lato"/>
                          <a:cs typeface="Lato"/>
                          <a:sym typeface="Lato"/>
                        </a:rPr>
                        <a:t> </a:t>
                      </a:r>
                      <a:r>
                        <a:rPr i="1" lang="en" sz="1000">
                          <a:solidFill>
                            <a:srgbClr val="3C4856"/>
                          </a:solidFill>
                          <a:latin typeface="Lato"/>
                          <a:ea typeface="Lato"/>
                          <a:cs typeface="Lato"/>
                          <a:sym typeface="Lato"/>
                        </a:rPr>
                        <a:t>alternative</a:t>
                      </a:r>
                      <a:r>
                        <a:rPr i="1" lang="en" sz="1000">
                          <a:solidFill>
                            <a:srgbClr val="3C4856"/>
                          </a:solidFill>
                          <a:latin typeface="Lato"/>
                          <a:ea typeface="Lato"/>
                          <a:cs typeface="Lato"/>
                          <a:sym typeface="Lato"/>
                        </a:rPr>
                        <a:t>)</a:t>
                      </a:r>
                      <a:endParaRPr i="1"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hMerge="1"/>
                <a:tc hMerge="1"/>
              </a:tr>
              <a:tr h="5162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Our Product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gridSpan="3">
                  <a:txBody>
                    <a:bodyPr/>
                    <a:lstStyle/>
                    <a:p>
                      <a:pPr indent="0" lvl="0" marL="0" marR="55148" rtl="0" algn="l">
                        <a:spcBef>
                          <a:spcPts val="0"/>
                        </a:spcBef>
                        <a:spcAft>
                          <a:spcPts val="0"/>
                        </a:spcAft>
                        <a:buNone/>
                      </a:pPr>
                      <a:r>
                        <a:rPr i="1" lang="en" sz="1000">
                          <a:solidFill>
                            <a:srgbClr val="3C4856"/>
                          </a:solidFill>
                          <a:latin typeface="Lato"/>
                          <a:ea typeface="Lato"/>
                          <a:cs typeface="Lato"/>
                          <a:sym typeface="Lato"/>
                        </a:rPr>
                        <a:t>(Statement of primary </a:t>
                      </a:r>
                      <a:r>
                        <a:rPr i="1" lang="en" sz="1000">
                          <a:solidFill>
                            <a:srgbClr val="3C4856"/>
                          </a:solidFill>
                          <a:latin typeface="Lato"/>
                          <a:ea typeface="Lato"/>
                          <a:cs typeface="Lato"/>
                          <a:sym typeface="Lato"/>
                        </a:rPr>
                        <a:t>differentiation</a:t>
                      </a:r>
                      <a:r>
                        <a:rPr i="1" lang="en" sz="1000">
                          <a:solidFill>
                            <a:srgbClr val="3C4856"/>
                          </a:solidFill>
                          <a:latin typeface="Lato"/>
                          <a:ea typeface="Lato"/>
                          <a:cs typeface="Lato"/>
                          <a:sym typeface="Lato"/>
                        </a:rPr>
                        <a:t>)</a:t>
                      </a:r>
                      <a:endParaRPr i="1"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c hMerge="1"/>
                <a:tc hMerge="1"/>
              </a:tr>
            </a:tbl>
          </a:graphicData>
        </a:graphic>
      </p:graphicFrame>
      <p:sp>
        <p:nvSpPr>
          <p:cNvPr id="1252" name="Google Shape;1252;p239"/>
          <p:cNvSpPr/>
          <p:nvPr/>
        </p:nvSpPr>
        <p:spPr>
          <a:xfrm>
            <a:off x="203050" y="225150"/>
            <a:ext cx="1170900" cy="299100"/>
          </a:xfrm>
          <a:prstGeom prst="roundRect">
            <a:avLst>
              <a:gd fmla="val 13574" name="adj"/>
            </a:avLst>
          </a:prstGeom>
          <a:solidFill>
            <a:srgbClr val="EBCA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5A4316"/>
                </a:solidFill>
                <a:latin typeface="Poppins SemiBold"/>
                <a:ea typeface="Poppins SemiBold"/>
                <a:cs typeface="Poppins SemiBold"/>
                <a:sym typeface="Poppins SemiBold"/>
              </a:rPr>
              <a:t>Fill out this page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240"/>
          <p:cNvSpPr/>
          <p:nvPr/>
        </p:nvSpPr>
        <p:spPr>
          <a:xfrm>
            <a:off x="175850" y="1369875"/>
            <a:ext cx="17529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40"/>
          <p:cNvSpPr/>
          <p:nvPr/>
        </p:nvSpPr>
        <p:spPr>
          <a:xfrm>
            <a:off x="5435260" y="1369863"/>
            <a:ext cx="15846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40"/>
          <p:cNvSpPr/>
          <p:nvPr/>
        </p:nvSpPr>
        <p:spPr>
          <a:xfrm>
            <a:off x="4122045" y="1369863"/>
            <a:ext cx="1314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40"/>
          <p:cNvSpPr/>
          <p:nvPr/>
        </p:nvSpPr>
        <p:spPr>
          <a:xfrm>
            <a:off x="2890850" y="1369863"/>
            <a:ext cx="123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40"/>
          <p:cNvSpPr/>
          <p:nvPr/>
        </p:nvSpPr>
        <p:spPr>
          <a:xfrm>
            <a:off x="1928850" y="1369863"/>
            <a:ext cx="9621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40"/>
          <p:cNvSpPr/>
          <p:nvPr/>
        </p:nvSpPr>
        <p:spPr>
          <a:xfrm>
            <a:off x="7019075" y="1369875"/>
            <a:ext cx="1938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40"/>
          <p:cNvSpPr/>
          <p:nvPr/>
        </p:nvSpPr>
        <p:spPr>
          <a:xfrm>
            <a:off x="181350" y="1790825"/>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40"/>
          <p:cNvSpPr txBox="1"/>
          <p:nvPr>
            <p:ph type="title"/>
          </p:nvPr>
        </p:nvSpPr>
        <p:spPr>
          <a:xfrm>
            <a:off x="607200" y="699293"/>
            <a:ext cx="39360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Product Strategy Formula</a:t>
            </a:r>
            <a:endParaRPr/>
          </a:p>
        </p:txBody>
      </p:sp>
      <p:sp>
        <p:nvSpPr>
          <p:cNvPr id="1265" name="Google Shape;1265;p240"/>
          <p:cNvSpPr txBox="1"/>
          <p:nvPr>
            <p:ph idx="4294967295" type="body"/>
          </p:nvPr>
        </p:nvSpPr>
        <p:spPr>
          <a:xfrm>
            <a:off x="284750" y="1378863"/>
            <a:ext cx="8597100" cy="4002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solidFill>
                  <a:schemeClr val="accent4"/>
                </a:solidFill>
                <a:latin typeface="Poppins SemiBold"/>
                <a:ea typeface="Poppins SemiBold"/>
                <a:cs typeface="Poppins SemiBold"/>
                <a:sym typeface="Poppins SemiBold"/>
              </a:rPr>
              <a:t>Product Vision</a:t>
            </a:r>
            <a:r>
              <a:rPr lang="en">
                <a:latin typeface="Poppins SemiBold"/>
                <a:ea typeface="Poppins SemiBold"/>
                <a:cs typeface="Poppins SemiBold"/>
                <a:sym typeface="Poppins SemiBold"/>
              </a:rPr>
              <a:t> + Insights  + </a:t>
            </a:r>
            <a:r>
              <a:rPr lang="en">
                <a:solidFill>
                  <a:schemeClr val="accent4"/>
                </a:solidFill>
                <a:latin typeface="Poppins SemiBold"/>
                <a:ea typeface="Poppins SemiBold"/>
                <a:cs typeface="Poppins SemiBold"/>
                <a:sym typeface="Poppins SemiBold"/>
              </a:rPr>
              <a:t>Challenges + Approaches + Accountability  = Product Strategy</a:t>
            </a:r>
            <a:endParaRPr>
              <a:solidFill>
                <a:schemeClr val="accent4"/>
              </a:solidFill>
              <a:latin typeface="Poppins SemiBold"/>
              <a:ea typeface="Poppins SemiBold"/>
              <a:cs typeface="Poppins SemiBold"/>
              <a:sym typeface="Poppins SemiBold"/>
            </a:endParaRPr>
          </a:p>
        </p:txBody>
      </p:sp>
      <p:sp>
        <p:nvSpPr>
          <p:cNvPr id="1266" name="Google Shape;1266;p240"/>
          <p:cNvSpPr txBox="1"/>
          <p:nvPr>
            <p:ph idx="4294967295" type="body"/>
          </p:nvPr>
        </p:nvSpPr>
        <p:spPr>
          <a:xfrm>
            <a:off x="465550" y="2078675"/>
            <a:ext cx="46374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The LOGIC of your product strategy:</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Data, differentiators, similarities about your competitors</a:t>
            </a:r>
            <a:endParaRPr sz="1200"/>
          </a:p>
          <a:p>
            <a:pPr indent="-304800" lvl="0" marL="457200" rtl="0" algn="l">
              <a:spcBef>
                <a:spcPts val="1000"/>
              </a:spcBef>
              <a:spcAft>
                <a:spcPts val="0"/>
              </a:spcAft>
              <a:buSzPts val="1200"/>
              <a:buChar char="●"/>
            </a:pPr>
            <a:r>
              <a:rPr lang="en" sz="1200"/>
              <a:t>The market need (audience, target market, opportunity)</a:t>
            </a:r>
            <a:endParaRPr sz="1200"/>
          </a:p>
          <a:p>
            <a:pPr indent="-304800" lvl="0" marL="457200" rtl="0" algn="l">
              <a:spcBef>
                <a:spcPts val="1000"/>
              </a:spcBef>
              <a:spcAft>
                <a:spcPts val="0"/>
              </a:spcAft>
              <a:buSzPts val="1200"/>
              <a:buChar char="●"/>
            </a:pPr>
            <a:r>
              <a:rPr lang="en" sz="1200"/>
              <a:t>Market trends that are influencing your business</a:t>
            </a:r>
            <a:endParaRPr sz="1200"/>
          </a:p>
          <a:p>
            <a:pPr indent="-304800" lvl="0" marL="457200" rtl="0" algn="l">
              <a:spcBef>
                <a:spcPts val="1000"/>
              </a:spcBef>
              <a:spcAft>
                <a:spcPts val="1000"/>
              </a:spcAft>
              <a:buSzPts val="1200"/>
              <a:buChar char="●"/>
            </a:pPr>
            <a:r>
              <a:rPr lang="en" sz="1200"/>
              <a:t>The target customer - and a few variations of their personas</a:t>
            </a:r>
            <a:endParaRPr sz="1200"/>
          </a:p>
        </p:txBody>
      </p:sp>
      <p:sp>
        <p:nvSpPr>
          <p:cNvPr id="1267" name="Google Shape;1267;p240"/>
          <p:cNvSpPr txBox="1"/>
          <p:nvPr/>
        </p:nvSpPr>
        <p:spPr>
          <a:xfrm>
            <a:off x="5257251" y="2042503"/>
            <a:ext cx="3518100" cy="1632300"/>
          </a:xfrm>
          <a:prstGeom prst="rect">
            <a:avLst/>
          </a:prstGeom>
          <a:solidFill>
            <a:srgbClr val="F5F5F5"/>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p:txBody>
      </p:sp>
      <p:sp>
        <p:nvSpPr>
          <p:cNvPr id="1268" name="Google Shape;1268;p240"/>
          <p:cNvSpPr txBox="1"/>
          <p:nvPr>
            <p:ph idx="4294967295" type="body"/>
          </p:nvPr>
        </p:nvSpPr>
        <p:spPr>
          <a:xfrm>
            <a:off x="5257250" y="2308525"/>
            <a:ext cx="3441900" cy="1718700"/>
          </a:xfrm>
          <a:prstGeom prst="rect">
            <a:avLst/>
          </a:prstGeom>
          <a:solidFill>
            <a:srgbClr val="E5E5EB"/>
          </a:solidFill>
          <a:ln>
            <a:noFill/>
          </a:ln>
        </p:spPr>
        <p:txBody>
          <a:bodyPr anchorCtr="0" anchor="t" bIns="91425" lIns="182875" spcFirstLastPara="1" rIns="182875" wrap="square" tIns="182875">
            <a:noAutofit/>
          </a:bodyPr>
          <a:lstStyle/>
          <a:p>
            <a:pPr indent="0" lvl="0" marL="0" rtl="0" algn="l">
              <a:spcBef>
                <a:spcPts val="0"/>
              </a:spcBef>
              <a:spcAft>
                <a:spcPts val="0"/>
              </a:spcAft>
              <a:buNone/>
            </a:pPr>
            <a:r>
              <a:rPr lang="en" sz="1000">
                <a:latin typeface="Poppins SemiBold"/>
                <a:ea typeface="Poppins SemiBold"/>
                <a:cs typeface="Poppins SemiBold"/>
                <a:sym typeface="Poppins SemiBold"/>
              </a:rPr>
              <a:t>A Real Analogy</a:t>
            </a:r>
            <a:r>
              <a:rPr lang="en" sz="1000"/>
              <a:t> </a:t>
            </a:r>
            <a:endParaRPr sz="1000"/>
          </a:p>
          <a:p>
            <a:pPr indent="0" lvl="0" marL="0" rtl="0" algn="l">
              <a:spcBef>
                <a:spcPts val="1000"/>
              </a:spcBef>
              <a:spcAft>
                <a:spcPts val="1000"/>
              </a:spcAft>
              <a:buNone/>
            </a:pPr>
            <a:r>
              <a:rPr lang="en" sz="1000"/>
              <a:t>I have noticed that others my age are starting to have health issues, while others are in the best shape of their lives. Recent studies have shown that only 12% of Americans are considered healthy and I want to take action to change my life so I can reach the vision for my future.</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41"/>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Insights</a:t>
            </a:r>
            <a:endParaRPr/>
          </a:p>
        </p:txBody>
      </p:sp>
      <p:sp>
        <p:nvSpPr>
          <p:cNvPr id="1274" name="Google Shape;1274;p241"/>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275" name="Google Shape;1275;p241"/>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
        <p:nvSpPr>
          <p:cNvPr id="1276" name="Google Shape;1276;p241"/>
          <p:cNvSpPr/>
          <p:nvPr/>
        </p:nvSpPr>
        <p:spPr>
          <a:xfrm>
            <a:off x="7575" y="0"/>
            <a:ext cx="22398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277" name="Google Shape;1277;p241"/>
          <p:cNvGraphicFramePr/>
          <p:nvPr/>
        </p:nvGraphicFramePr>
        <p:xfrm>
          <a:off x="203050" y="386414"/>
          <a:ext cx="3000000" cy="3000000"/>
        </p:xfrm>
        <a:graphic>
          <a:graphicData uri="http://schemas.openxmlformats.org/drawingml/2006/table">
            <a:tbl>
              <a:tblPr>
                <a:noFill/>
                <a:tableStyleId>{464D41AA-D2DC-4DD0-833B-0490B6759500}</a:tableStyleId>
              </a:tblPr>
              <a:tblGrid>
                <a:gridCol w="565750"/>
                <a:gridCol w="581625"/>
                <a:gridCol w="739825"/>
              </a:tblGrid>
              <a:tr h="495100">
                <a:tc gridSpan="3">
                  <a:txBody>
                    <a:bodyPr/>
                    <a:lstStyle/>
                    <a:p>
                      <a:pPr indent="0" lvl="0" marL="0" rtl="0" algn="l">
                        <a:spcBef>
                          <a:spcPts val="0"/>
                        </a:spcBef>
                        <a:spcAft>
                          <a:spcPts val="0"/>
                        </a:spcAft>
                        <a:buNone/>
                      </a:pPr>
                      <a:r>
                        <a:t/>
                      </a:r>
                      <a:endParaRPr sz="15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495100">
                <a:tc gridSpan="3">
                  <a:txBody>
                    <a:bodyPr/>
                    <a:lstStyle/>
                    <a:p>
                      <a:pPr indent="0" lvl="0" marL="0" rtl="0" algn="l">
                        <a:spcBef>
                          <a:spcPts val="0"/>
                        </a:spcBef>
                        <a:spcAft>
                          <a:spcPts val="0"/>
                        </a:spcAft>
                        <a:buNone/>
                      </a:pPr>
                      <a:r>
                        <a:rPr lang="en" sz="900">
                          <a:solidFill>
                            <a:schemeClr val="lt1"/>
                          </a:solidFill>
                          <a:latin typeface="Poppins SemiBold"/>
                          <a:ea typeface="Poppins SemiBold"/>
                          <a:cs typeface="Poppins SemiBold"/>
                          <a:sym typeface="Poppins SemiBold"/>
                        </a:rPr>
                        <a:t>Product Strategy Guide</a:t>
                      </a:r>
                      <a:endParaRPr sz="9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508100">
                <a:tc gridSpan="3" rowSpan="3">
                  <a:txBody>
                    <a:bodyPr/>
                    <a:lstStyle/>
                    <a:p>
                      <a:pPr indent="0" lvl="0" marL="0" rtl="0" algn="l">
                        <a:spcBef>
                          <a:spcPts val="0"/>
                        </a:spcBef>
                        <a:spcAft>
                          <a:spcPts val="0"/>
                        </a:spcAft>
                        <a:buNone/>
                      </a:pPr>
                      <a:r>
                        <a:rPr lang="en" sz="1000">
                          <a:solidFill>
                            <a:schemeClr val="lt1"/>
                          </a:solidFill>
                          <a:latin typeface="Lato"/>
                          <a:ea typeface="Lato"/>
                          <a:cs typeface="Lato"/>
                          <a:sym typeface="Lato"/>
                        </a:rPr>
                        <a:t>C</a:t>
                      </a:r>
                      <a:r>
                        <a:rPr lang="en" sz="1000">
                          <a:solidFill>
                            <a:schemeClr val="lt1"/>
                          </a:solidFill>
                          <a:latin typeface="Lato"/>
                          <a:ea typeface="Lato"/>
                          <a:cs typeface="Lato"/>
                          <a:sym typeface="Lato"/>
                        </a:rPr>
                        <a:t>learly define your insights by documenting your </a:t>
                      </a:r>
                      <a:r>
                        <a:rPr lang="en" sz="1000">
                          <a:solidFill>
                            <a:schemeClr val="lt1"/>
                          </a:solidFill>
                          <a:latin typeface="Lato"/>
                          <a:ea typeface="Lato"/>
                          <a:cs typeface="Lato"/>
                          <a:sym typeface="Lato"/>
                        </a:rPr>
                        <a:t>competitive</a:t>
                      </a:r>
                      <a:r>
                        <a:rPr lang="en" sz="1000">
                          <a:solidFill>
                            <a:schemeClr val="lt1"/>
                          </a:solidFill>
                          <a:latin typeface="Lato"/>
                          <a:ea typeface="Lato"/>
                          <a:cs typeface="Lato"/>
                          <a:sym typeface="Lato"/>
                        </a:rPr>
                        <a:t> analysis, market insights and trend and lastly defining your target audience. </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 </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This will </a:t>
                      </a:r>
                      <a:r>
                        <a:rPr lang="en" sz="1000">
                          <a:solidFill>
                            <a:schemeClr val="lt1"/>
                          </a:solidFill>
                          <a:latin typeface="Lato"/>
                          <a:ea typeface="Lato"/>
                          <a:cs typeface="Lato"/>
                          <a:sym typeface="Lato"/>
                        </a:rPr>
                        <a:t> provide the  foundation for creating a product that truly meets the needs of customers.</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p>
                      <a:pPr indent="0" lvl="0" marL="0" rtl="0" algn="l">
                        <a:spcBef>
                          <a:spcPts val="0"/>
                        </a:spcBef>
                        <a:spcAft>
                          <a:spcPts val="0"/>
                        </a:spcAft>
                        <a:buNone/>
                      </a:pPr>
                      <a:r>
                        <a:t/>
                      </a:r>
                      <a:endParaRPr sz="1000">
                        <a:solidFill>
                          <a:schemeClr val="lt1"/>
                        </a:solidFill>
                        <a:latin typeface="Lato"/>
                        <a:ea typeface="Lato"/>
                        <a:cs typeface="Lato"/>
                        <a:sym typeface="Lato"/>
                      </a:endParaRPr>
                    </a:p>
                  </a:txBody>
                  <a:tcPr marT="91425" marB="91425" marR="156925" marL="182875">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rowSpan="3" hMerge="1"/>
                <a:tc rowSpan="3" hMerge="1"/>
              </a:tr>
              <a:tr h="508100">
                <a:tc gridSpan="3" vMerge="1"/>
                <a:tc hMerge="1" vMerge="1"/>
                <a:tc hMerge="1" vMerge="1"/>
              </a:tr>
              <a:tr h="119400">
                <a:tc gridSpan="3" vMerge="1"/>
                <a:tc hMerge="1" vMerge="1"/>
                <a:tc hMerge="1" vMerge="1"/>
              </a:tr>
            </a:tbl>
          </a:graphicData>
        </a:graphic>
      </p:graphicFrame>
      <p:graphicFrame>
        <p:nvGraphicFramePr>
          <p:cNvPr id="1278" name="Google Shape;1278;p241"/>
          <p:cNvGraphicFramePr/>
          <p:nvPr/>
        </p:nvGraphicFramePr>
        <p:xfrm>
          <a:off x="2600938" y="1493788"/>
          <a:ext cx="3000000" cy="3000000"/>
        </p:xfrm>
        <a:graphic>
          <a:graphicData uri="http://schemas.openxmlformats.org/drawingml/2006/table">
            <a:tbl>
              <a:tblPr>
                <a:noFill/>
                <a:tableStyleId>{464D41AA-D2DC-4DD0-833B-0490B6759500}</a:tableStyleId>
              </a:tblPr>
              <a:tblGrid>
                <a:gridCol w="1266550"/>
                <a:gridCol w="4675800"/>
              </a:tblGrid>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Competitors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1000"/>
                        </a:spcAft>
                        <a:buNone/>
                      </a:pPr>
                      <a:r>
                        <a:rPr lang="en" sz="1000">
                          <a:solidFill>
                            <a:schemeClr val="lt2"/>
                          </a:solidFill>
                          <a:latin typeface="Lato"/>
                          <a:ea typeface="Lato"/>
                          <a:cs typeface="Lato"/>
                          <a:sym typeface="Lato"/>
                        </a:rPr>
                        <a:t>Outline the d</a:t>
                      </a:r>
                      <a:r>
                        <a:rPr lang="en" sz="1000">
                          <a:solidFill>
                            <a:schemeClr val="lt2"/>
                          </a:solidFill>
                          <a:latin typeface="Lato"/>
                          <a:ea typeface="Lato"/>
                          <a:cs typeface="Lato"/>
                          <a:sym typeface="Lato"/>
                        </a:rPr>
                        <a:t>ata, differentiators, similarities about your competitors</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Market Insight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1000"/>
                        </a:spcAft>
                        <a:buNone/>
                      </a:pPr>
                      <a:r>
                        <a:rPr lang="en" sz="1000">
                          <a:solidFill>
                            <a:schemeClr val="lt2"/>
                          </a:solidFill>
                          <a:latin typeface="Lato"/>
                          <a:ea typeface="Lato"/>
                          <a:cs typeface="Lato"/>
                          <a:sym typeface="Lato"/>
                        </a:rPr>
                        <a:t>Define your </a:t>
                      </a:r>
                      <a:r>
                        <a:rPr lang="en" sz="1000">
                          <a:solidFill>
                            <a:schemeClr val="lt2"/>
                          </a:solidFill>
                          <a:latin typeface="Lato"/>
                          <a:ea typeface="Lato"/>
                          <a:cs typeface="Lato"/>
                          <a:sym typeface="Lato"/>
                        </a:rPr>
                        <a:t>audience, target market, and the opportunities</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Market Trends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0"/>
                        </a:spcAft>
                        <a:buNone/>
                      </a:pPr>
                      <a:r>
                        <a:rPr lang="en" sz="1000">
                          <a:solidFill>
                            <a:schemeClr val="lt2"/>
                          </a:solidFill>
                          <a:latin typeface="Lato"/>
                          <a:ea typeface="Lato"/>
                          <a:cs typeface="Lato"/>
                          <a:sym typeface="Lato"/>
                        </a:rPr>
                        <a:t>Market trends that are influencing your business</a:t>
                      </a:r>
                      <a:endParaRPr sz="1000">
                        <a:solidFill>
                          <a:srgbClr val="3C4856"/>
                        </a:solidFill>
                        <a:latin typeface="Lato"/>
                        <a:ea typeface="Lato"/>
                        <a:cs typeface="Lato"/>
                        <a:sym typeface="Lato"/>
                      </a:endParaRPr>
                    </a:p>
                    <a:p>
                      <a:pPr indent="0" lvl="0" marL="0" rtl="0" algn="l">
                        <a:spcBef>
                          <a:spcPts val="100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Customer Insights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1000"/>
                        </a:spcAft>
                        <a:buNone/>
                      </a:pPr>
                      <a:r>
                        <a:rPr lang="en" sz="1000">
                          <a:solidFill>
                            <a:schemeClr val="lt2"/>
                          </a:solidFill>
                          <a:latin typeface="Lato"/>
                          <a:ea typeface="Lato"/>
                          <a:cs typeface="Lato"/>
                          <a:sym typeface="Lato"/>
                        </a:rPr>
                        <a:t>The target customer - and a few variations of their personas</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
        <p:nvSpPr>
          <p:cNvPr id="1279" name="Google Shape;1279;p241"/>
          <p:cNvSpPr/>
          <p:nvPr/>
        </p:nvSpPr>
        <p:spPr>
          <a:xfrm>
            <a:off x="203050" y="225150"/>
            <a:ext cx="1170900" cy="299100"/>
          </a:xfrm>
          <a:prstGeom prst="roundRect">
            <a:avLst>
              <a:gd fmla="val 13574" name="adj"/>
            </a:avLst>
          </a:prstGeom>
          <a:solidFill>
            <a:srgbClr val="EBCA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5A4316"/>
                </a:solidFill>
                <a:latin typeface="Poppins SemiBold"/>
                <a:ea typeface="Poppins SemiBold"/>
                <a:cs typeface="Poppins SemiBold"/>
                <a:sym typeface="Poppins SemiBold"/>
              </a:rPr>
              <a:t>Fill out this page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242"/>
          <p:cNvSpPr/>
          <p:nvPr/>
        </p:nvSpPr>
        <p:spPr>
          <a:xfrm>
            <a:off x="175850" y="1778275"/>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42"/>
          <p:cNvSpPr txBox="1"/>
          <p:nvPr>
            <p:ph idx="4294967295" type="body"/>
          </p:nvPr>
        </p:nvSpPr>
        <p:spPr>
          <a:xfrm>
            <a:off x="465550" y="2078700"/>
            <a:ext cx="45099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The ROADBLOCKS of your product strategy:</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Technology hurdles we anticipate</a:t>
            </a:r>
            <a:endParaRPr sz="1200"/>
          </a:p>
          <a:p>
            <a:pPr indent="-304800" lvl="0" marL="457200" rtl="0" algn="l">
              <a:spcBef>
                <a:spcPts val="1000"/>
              </a:spcBef>
              <a:spcAft>
                <a:spcPts val="0"/>
              </a:spcAft>
              <a:buSzPts val="1200"/>
              <a:buChar char="●"/>
            </a:pPr>
            <a:r>
              <a:rPr lang="en" sz="1200"/>
              <a:t>The c</a:t>
            </a:r>
            <a:r>
              <a:rPr lang="en" sz="1200"/>
              <a:t>ustomer pain points that we will face, include emotional and psychological challenges that will come with the product</a:t>
            </a:r>
            <a:endParaRPr sz="1200"/>
          </a:p>
          <a:p>
            <a:pPr indent="-304800" lvl="0" marL="457200" rtl="0" algn="l">
              <a:spcBef>
                <a:spcPts val="1000"/>
              </a:spcBef>
              <a:spcAft>
                <a:spcPts val="0"/>
              </a:spcAft>
              <a:buSzPts val="1200"/>
              <a:buChar char="●"/>
            </a:pPr>
            <a:r>
              <a:rPr lang="en" sz="1200"/>
              <a:t>Go to market challenges or risks</a:t>
            </a:r>
            <a:endParaRPr sz="1200"/>
          </a:p>
          <a:p>
            <a:pPr indent="-304800" lvl="0" marL="457200" rtl="0" algn="l">
              <a:spcBef>
                <a:spcPts val="1000"/>
              </a:spcBef>
              <a:spcAft>
                <a:spcPts val="1000"/>
              </a:spcAft>
              <a:buSzPts val="1200"/>
              <a:buChar char="●"/>
            </a:pPr>
            <a:r>
              <a:rPr lang="en" sz="1200"/>
              <a:t>Legal/regulatory requirements will we mitigate</a:t>
            </a:r>
            <a:endParaRPr sz="1200"/>
          </a:p>
        </p:txBody>
      </p:sp>
      <p:sp>
        <p:nvSpPr>
          <p:cNvPr id="1286" name="Google Shape;1286;p242"/>
          <p:cNvSpPr/>
          <p:nvPr/>
        </p:nvSpPr>
        <p:spPr>
          <a:xfrm>
            <a:off x="1928850" y="1369888"/>
            <a:ext cx="96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42"/>
          <p:cNvSpPr/>
          <p:nvPr/>
        </p:nvSpPr>
        <p:spPr>
          <a:xfrm>
            <a:off x="175850" y="1369900"/>
            <a:ext cx="17529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42"/>
          <p:cNvSpPr/>
          <p:nvPr/>
        </p:nvSpPr>
        <p:spPr>
          <a:xfrm>
            <a:off x="5435260" y="1369888"/>
            <a:ext cx="15846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42"/>
          <p:cNvSpPr/>
          <p:nvPr/>
        </p:nvSpPr>
        <p:spPr>
          <a:xfrm>
            <a:off x="4122045" y="1369888"/>
            <a:ext cx="1314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42"/>
          <p:cNvSpPr/>
          <p:nvPr/>
        </p:nvSpPr>
        <p:spPr>
          <a:xfrm>
            <a:off x="2890850" y="1369888"/>
            <a:ext cx="12321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42"/>
          <p:cNvSpPr/>
          <p:nvPr/>
        </p:nvSpPr>
        <p:spPr>
          <a:xfrm>
            <a:off x="7019075" y="1369900"/>
            <a:ext cx="1938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42"/>
          <p:cNvSpPr txBox="1"/>
          <p:nvPr>
            <p:ph type="title"/>
          </p:nvPr>
        </p:nvSpPr>
        <p:spPr>
          <a:xfrm>
            <a:off x="607200" y="685073"/>
            <a:ext cx="3936000" cy="3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Product Strategy Formula</a:t>
            </a:r>
            <a:endParaRPr/>
          </a:p>
        </p:txBody>
      </p:sp>
      <p:sp>
        <p:nvSpPr>
          <p:cNvPr id="1293" name="Google Shape;1293;p242"/>
          <p:cNvSpPr txBox="1"/>
          <p:nvPr>
            <p:ph idx="4294967295" type="body"/>
          </p:nvPr>
        </p:nvSpPr>
        <p:spPr>
          <a:xfrm>
            <a:off x="284750" y="1378888"/>
            <a:ext cx="8597100" cy="4002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solidFill>
                  <a:schemeClr val="accent4"/>
                </a:solidFill>
                <a:latin typeface="Poppins SemiBold"/>
                <a:ea typeface="Poppins SemiBold"/>
                <a:cs typeface="Poppins SemiBold"/>
                <a:sym typeface="Poppins SemiBold"/>
              </a:rPr>
              <a:t>Product Vision</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Insights</a:t>
            </a:r>
            <a:r>
              <a:rPr lang="en">
                <a:latin typeface="Poppins SemiBold"/>
                <a:ea typeface="Poppins SemiBold"/>
                <a:cs typeface="Poppins SemiBold"/>
                <a:sym typeface="Poppins SemiBold"/>
              </a:rPr>
              <a:t>  + Challenges +</a:t>
            </a:r>
            <a:r>
              <a:rPr lang="en">
                <a:solidFill>
                  <a:schemeClr val="accent4"/>
                </a:solidFill>
                <a:latin typeface="Poppins SemiBold"/>
                <a:ea typeface="Poppins SemiBold"/>
                <a:cs typeface="Poppins SemiBold"/>
                <a:sym typeface="Poppins SemiBold"/>
              </a:rPr>
              <a:t> Approaches + Accountability  = Product Strategy</a:t>
            </a:r>
            <a:endParaRPr>
              <a:solidFill>
                <a:schemeClr val="accent4"/>
              </a:solidFill>
              <a:latin typeface="Poppins SemiBold"/>
              <a:ea typeface="Poppins SemiBold"/>
              <a:cs typeface="Poppins SemiBold"/>
              <a:sym typeface="Poppins SemiBold"/>
            </a:endParaRPr>
          </a:p>
        </p:txBody>
      </p:sp>
      <p:sp>
        <p:nvSpPr>
          <p:cNvPr id="1294" name="Google Shape;1294;p242"/>
          <p:cNvSpPr txBox="1"/>
          <p:nvPr/>
        </p:nvSpPr>
        <p:spPr>
          <a:xfrm>
            <a:off x="5257251" y="2042528"/>
            <a:ext cx="3518100" cy="1632300"/>
          </a:xfrm>
          <a:prstGeom prst="rect">
            <a:avLst/>
          </a:prstGeom>
          <a:solidFill>
            <a:srgbClr val="F5F5F5"/>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p:txBody>
      </p:sp>
      <p:sp>
        <p:nvSpPr>
          <p:cNvPr id="1295" name="Google Shape;1295;p242"/>
          <p:cNvSpPr txBox="1"/>
          <p:nvPr>
            <p:ph idx="4294967295" type="body"/>
          </p:nvPr>
        </p:nvSpPr>
        <p:spPr>
          <a:xfrm>
            <a:off x="5257250" y="2078700"/>
            <a:ext cx="3441900" cy="1800000"/>
          </a:xfrm>
          <a:prstGeom prst="rect">
            <a:avLst/>
          </a:prstGeom>
          <a:solidFill>
            <a:srgbClr val="E5E5EB"/>
          </a:solidFill>
        </p:spPr>
        <p:txBody>
          <a:bodyPr anchorCtr="0" anchor="t" bIns="91425" lIns="182875" spcFirstLastPara="1" rIns="182875" wrap="square" tIns="182875">
            <a:noAutofit/>
          </a:bodyPr>
          <a:lstStyle/>
          <a:p>
            <a:pPr indent="0" lvl="0" marL="0" rtl="0" algn="l">
              <a:spcBef>
                <a:spcPts val="0"/>
              </a:spcBef>
              <a:spcAft>
                <a:spcPts val="0"/>
              </a:spcAft>
              <a:buNone/>
            </a:pPr>
            <a:r>
              <a:rPr lang="en" sz="1000">
                <a:latin typeface="Poppins SemiBold"/>
                <a:ea typeface="Poppins SemiBold"/>
                <a:cs typeface="Poppins SemiBold"/>
                <a:sym typeface="Poppins SemiBold"/>
              </a:rPr>
              <a:t>A Real Analogy </a:t>
            </a:r>
            <a:endParaRPr sz="1000">
              <a:latin typeface="Poppins SemiBold"/>
              <a:ea typeface="Poppins SemiBold"/>
              <a:cs typeface="Poppins SemiBold"/>
              <a:sym typeface="Poppins SemiBold"/>
            </a:endParaRPr>
          </a:p>
          <a:p>
            <a:pPr indent="0" lvl="0" marL="0" rtl="0" algn="l">
              <a:spcBef>
                <a:spcPts val="1000"/>
              </a:spcBef>
              <a:spcAft>
                <a:spcPts val="1000"/>
              </a:spcAft>
              <a:buNone/>
            </a:pPr>
            <a:r>
              <a:rPr lang="en" sz="1000"/>
              <a:t>I anticipate many challenges ahead of me as I work to reach my vision. Those will include my career, aches and pains, motivation, weather, and many more. I will also face struggles around temptations, emotional defeats, and being too busy. </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243"/>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1301" name="Google Shape;1301;p243"/>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302" name="Google Shape;1302;p243"/>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
        <p:nvSpPr>
          <p:cNvPr id="1303" name="Google Shape;1303;p243"/>
          <p:cNvSpPr/>
          <p:nvPr/>
        </p:nvSpPr>
        <p:spPr>
          <a:xfrm>
            <a:off x="7575" y="0"/>
            <a:ext cx="22398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304" name="Google Shape;1304;p243"/>
          <p:cNvGraphicFramePr/>
          <p:nvPr/>
        </p:nvGraphicFramePr>
        <p:xfrm>
          <a:off x="203050" y="386414"/>
          <a:ext cx="3000000" cy="3000000"/>
        </p:xfrm>
        <a:graphic>
          <a:graphicData uri="http://schemas.openxmlformats.org/drawingml/2006/table">
            <a:tbl>
              <a:tblPr>
                <a:noFill/>
                <a:tableStyleId>{464D41AA-D2DC-4DD0-833B-0490B6759500}</a:tableStyleId>
              </a:tblPr>
              <a:tblGrid>
                <a:gridCol w="565750"/>
                <a:gridCol w="581625"/>
                <a:gridCol w="739825"/>
              </a:tblGrid>
              <a:tr h="495100">
                <a:tc gridSpan="3">
                  <a:txBody>
                    <a:bodyPr/>
                    <a:lstStyle/>
                    <a:p>
                      <a:pPr indent="0" lvl="0" marL="0" rtl="0" algn="l">
                        <a:spcBef>
                          <a:spcPts val="0"/>
                        </a:spcBef>
                        <a:spcAft>
                          <a:spcPts val="0"/>
                        </a:spcAft>
                        <a:buNone/>
                      </a:pPr>
                      <a:r>
                        <a:t/>
                      </a:r>
                      <a:endParaRPr sz="15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495100">
                <a:tc gridSpan="3">
                  <a:txBody>
                    <a:bodyPr/>
                    <a:lstStyle/>
                    <a:p>
                      <a:pPr indent="0" lvl="0" marL="0" rtl="0" algn="l">
                        <a:spcBef>
                          <a:spcPts val="0"/>
                        </a:spcBef>
                        <a:spcAft>
                          <a:spcPts val="0"/>
                        </a:spcAft>
                        <a:buNone/>
                      </a:pPr>
                      <a:r>
                        <a:rPr lang="en" sz="900">
                          <a:solidFill>
                            <a:schemeClr val="lt1"/>
                          </a:solidFill>
                          <a:latin typeface="Poppins SemiBold"/>
                          <a:ea typeface="Poppins SemiBold"/>
                          <a:cs typeface="Poppins SemiBold"/>
                          <a:sym typeface="Poppins SemiBold"/>
                        </a:rPr>
                        <a:t>Product Strategy Guide</a:t>
                      </a:r>
                      <a:endParaRPr sz="9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508100">
                <a:tc gridSpan="3" rowSpan="3">
                  <a:txBody>
                    <a:bodyPr/>
                    <a:lstStyle/>
                    <a:p>
                      <a:pPr indent="0" lvl="0" marL="0" rtl="0" algn="l">
                        <a:spcBef>
                          <a:spcPts val="0"/>
                        </a:spcBef>
                        <a:spcAft>
                          <a:spcPts val="0"/>
                        </a:spcAft>
                        <a:buNone/>
                      </a:pPr>
                      <a:r>
                        <a:rPr lang="en" sz="1000">
                          <a:solidFill>
                            <a:schemeClr val="lt1"/>
                          </a:solidFill>
                          <a:latin typeface="Lato"/>
                          <a:ea typeface="Lato"/>
                          <a:cs typeface="Lato"/>
                          <a:sym typeface="Lato"/>
                        </a:rPr>
                        <a:t>What are  dependencies and potential roadblocks that your product might </a:t>
                      </a:r>
                      <a:r>
                        <a:rPr lang="en" sz="1000">
                          <a:solidFill>
                            <a:schemeClr val="lt1"/>
                          </a:solidFill>
                          <a:latin typeface="Lato"/>
                          <a:ea typeface="Lato"/>
                          <a:cs typeface="Lato"/>
                          <a:sym typeface="Lato"/>
                        </a:rPr>
                        <a:t>encounter</a:t>
                      </a:r>
                      <a:r>
                        <a:rPr lang="en" sz="1000">
                          <a:solidFill>
                            <a:schemeClr val="lt1"/>
                          </a:solidFill>
                          <a:latin typeface="Lato"/>
                          <a:ea typeface="Lato"/>
                          <a:cs typeface="Lato"/>
                          <a:sym typeface="Lato"/>
                        </a:rPr>
                        <a:t>.</a:t>
                      </a:r>
                      <a:endParaRPr sz="1000">
                        <a:solidFill>
                          <a:schemeClr val="lt1"/>
                        </a:solidFill>
                        <a:latin typeface="Lato"/>
                        <a:ea typeface="Lato"/>
                        <a:cs typeface="Lato"/>
                        <a:sym typeface="Lato"/>
                      </a:endParaRPr>
                    </a:p>
                  </a:txBody>
                  <a:tcPr marT="91425" marB="91425" marR="156925" marL="182875">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rowSpan="3" hMerge="1"/>
                <a:tc rowSpan="3" hMerge="1"/>
              </a:tr>
              <a:tr h="508100">
                <a:tc gridSpan="3" vMerge="1"/>
                <a:tc hMerge="1" vMerge="1"/>
                <a:tc hMerge="1" vMerge="1"/>
              </a:tr>
              <a:tr h="119400">
                <a:tc gridSpan="3" vMerge="1"/>
                <a:tc hMerge="1" vMerge="1"/>
                <a:tc hMerge="1" vMerge="1"/>
              </a:tr>
            </a:tbl>
          </a:graphicData>
        </a:graphic>
      </p:graphicFrame>
      <p:graphicFrame>
        <p:nvGraphicFramePr>
          <p:cNvPr id="1305" name="Google Shape;1305;p243"/>
          <p:cNvGraphicFramePr/>
          <p:nvPr/>
        </p:nvGraphicFramePr>
        <p:xfrm>
          <a:off x="2600938" y="1493788"/>
          <a:ext cx="3000000" cy="3000000"/>
        </p:xfrm>
        <a:graphic>
          <a:graphicData uri="http://schemas.openxmlformats.org/drawingml/2006/table">
            <a:tbl>
              <a:tblPr>
                <a:noFill/>
                <a:tableStyleId>{464D41AA-D2DC-4DD0-833B-0490B6759500}</a:tableStyleId>
              </a:tblPr>
              <a:tblGrid>
                <a:gridCol w="1186475"/>
                <a:gridCol w="4755875"/>
              </a:tblGrid>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Technical</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What technical hurdle(s) are we  solving?</a:t>
                      </a:r>
                      <a:endParaRPr sz="1000">
                        <a:solidFill>
                          <a:srgbClr val="3C4856"/>
                        </a:solidFill>
                        <a:latin typeface="Lato"/>
                        <a:ea typeface="Lato"/>
                        <a:cs typeface="Lato"/>
                        <a:sym typeface="Lato"/>
                      </a:endParaRPr>
                    </a:p>
                    <a:p>
                      <a:pPr indent="0" lvl="0" marL="0"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Customer Pain Points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What customer problem(s) are we s</a:t>
                      </a:r>
                      <a:r>
                        <a:rPr lang="en" sz="1000">
                          <a:solidFill>
                            <a:srgbClr val="3C4856"/>
                          </a:solidFill>
                          <a:latin typeface="Lato"/>
                          <a:ea typeface="Lato"/>
                          <a:cs typeface="Lato"/>
                          <a:sym typeface="Lato"/>
                        </a:rPr>
                        <a:t>olving</a:t>
                      </a:r>
                      <a:r>
                        <a:rPr lang="en" sz="1000">
                          <a:solidFill>
                            <a:srgbClr val="3C4856"/>
                          </a:solidFill>
                          <a:latin typeface="Lato"/>
                          <a:ea typeface="Lato"/>
                          <a:cs typeface="Lato"/>
                          <a:sym typeface="Lato"/>
                        </a:rPr>
                        <a:t>?</a:t>
                      </a:r>
                      <a:endParaRPr sz="1000">
                        <a:solidFill>
                          <a:srgbClr val="3C4856"/>
                        </a:solidFill>
                        <a:latin typeface="Lato"/>
                        <a:ea typeface="Lato"/>
                        <a:cs typeface="Lato"/>
                        <a:sym typeface="Lato"/>
                      </a:endParaRPr>
                    </a:p>
                    <a:p>
                      <a:pPr indent="0" lvl="0" marL="0"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GTM Risks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Why now is the right time to build this? </a:t>
                      </a:r>
                      <a:endParaRPr sz="1000">
                        <a:solidFill>
                          <a:srgbClr val="3C4856"/>
                        </a:solidFill>
                        <a:latin typeface="Lato"/>
                        <a:ea typeface="Lato"/>
                        <a:cs typeface="Lato"/>
                        <a:sym typeface="Lato"/>
                      </a:endParaRPr>
                    </a:p>
                    <a:p>
                      <a:pPr indent="0" lvl="0" marL="0"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Legal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What are the legal and regulatory </a:t>
                      </a:r>
                      <a:r>
                        <a:rPr lang="en" sz="1000">
                          <a:solidFill>
                            <a:schemeClr val="lt2"/>
                          </a:solidFill>
                          <a:latin typeface="Lato"/>
                          <a:ea typeface="Lato"/>
                          <a:cs typeface="Lato"/>
                          <a:sym typeface="Lato"/>
                        </a:rPr>
                        <a:t>requirements you will need to mitigate?</a:t>
                      </a:r>
                      <a:endParaRPr sz="1000">
                        <a:solidFill>
                          <a:schemeClr val="lt2"/>
                        </a:solidFill>
                        <a:latin typeface="Lato"/>
                        <a:ea typeface="Lato"/>
                        <a:cs typeface="Lato"/>
                        <a:sym typeface="Lato"/>
                      </a:endParaRPr>
                    </a:p>
                    <a:p>
                      <a:pPr indent="0" lvl="0" marL="0" marR="55148"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
        <p:nvSpPr>
          <p:cNvPr id="1306" name="Google Shape;1306;p243"/>
          <p:cNvSpPr/>
          <p:nvPr/>
        </p:nvSpPr>
        <p:spPr>
          <a:xfrm>
            <a:off x="203050" y="225150"/>
            <a:ext cx="1170900" cy="299100"/>
          </a:xfrm>
          <a:prstGeom prst="roundRect">
            <a:avLst>
              <a:gd fmla="val 13574" name="adj"/>
            </a:avLst>
          </a:prstGeom>
          <a:solidFill>
            <a:srgbClr val="EBCA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5A4316"/>
                </a:solidFill>
                <a:latin typeface="Poppins SemiBold"/>
                <a:ea typeface="Poppins SemiBold"/>
                <a:cs typeface="Poppins SemiBold"/>
                <a:sym typeface="Poppins SemiBold"/>
              </a:rPr>
              <a:t>Fill out this page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244"/>
          <p:cNvSpPr/>
          <p:nvPr/>
        </p:nvSpPr>
        <p:spPr>
          <a:xfrm>
            <a:off x="2890850" y="1369863"/>
            <a:ext cx="123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4"/>
          <p:cNvSpPr/>
          <p:nvPr/>
        </p:nvSpPr>
        <p:spPr>
          <a:xfrm>
            <a:off x="1928850" y="1369863"/>
            <a:ext cx="96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44"/>
          <p:cNvSpPr/>
          <p:nvPr/>
        </p:nvSpPr>
        <p:spPr>
          <a:xfrm>
            <a:off x="175850" y="1369875"/>
            <a:ext cx="17529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44"/>
          <p:cNvSpPr/>
          <p:nvPr/>
        </p:nvSpPr>
        <p:spPr>
          <a:xfrm>
            <a:off x="5435260" y="1369863"/>
            <a:ext cx="15846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44"/>
          <p:cNvSpPr/>
          <p:nvPr/>
        </p:nvSpPr>
        <p:spPr>
          <a:xfrm>
            <a:off x="4122045" y="1369863"/>
            <a:ext cx="13140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44"/>
          <p:cNvSpPr/>
          <p:nvPr/>
        </p:nvSpPr>
        <p:spPr>
          <a:xfrm>
            <a:off x="7019075" y="1369875"/>
            <a:ext cx="1938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44"/>
          <p:cNvSpPr/>
          <p:nvPr/>
        </p:nvSpPr>
        <p:spPr>
          <a:xfrm>
            <a:off x="175850" y="1778250"/>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44"/>
          <p:cNvSpPr txBox="1"/>
          <p:nvPr>
            <p:ph type="title"/>
          </p:nvPr>
        </p:nvSpPr>
        <p:spPr>
          <a:xfrm>
            <a:off x="607200" y="685068"/>
            <a:ext cx="39360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Product Strategy Formula</a:t>
            </a:r>
            <a:endParaRPr/>
          </a:p>
        </p:txBody>
      </p:sp>
      <p:sp>
        <p:nvSpPr>
          <p:cNvPr id="1319" name="Google Shape;1319;p244"/>
          <p:cNvSpPr txBox="1"/>
          <p:nvPr>
            <p:ph idx="4294967295" type="body"/>
          </p:nvPr>
        </p:nvSpPr>
        <p:spPr>
          <a:xfrm>
            <a:off x="284750" y="1378863"/>
            <a:ext cx="8597100" cy="4002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solidFill>
                  <a:schemeClr val="accent4"/>
                </a:solidFill>
                <a:latin typeface="Poppins SemiBold"/>
                <a:ea typeface="Poppins SemiBold"/>
                <a:cs typeface="Poppins SemiBold"/>
                <a:sym typeface="Poppins SemiBold"/>
              </a:rPr>
              <a:t>Product Vision</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Insights</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 Challenges </a:t>
            </a:r>
            <a:r>
              <a:rPr lang="en">
                <a:latin typeface="Poppins SemiBold"/>
                <a:ea typeface="Poppins SemiBold"/>
                <a:cs typeface="Poppins SemiBold"/>
                <a:sym typeface="Poppins SemiBold"/>
              </a:rPr>
              <a:t>+</a:t>
            </a:r>
            <a:r>
              <a:rPr lang="en">
                <a:solidFill>
                  <a:schemeClr val="accent4"/>
                </a:solidFill>
                <a:latin typeface="Poppins SemiBold"/>
                <a:ea typeface="Poppins SemiBold"/>
                <a:cs typeface="Poppins SemiBold"/>
                <a:sym typeface="Poppins SemiBold"/>
              </a:rPr>
              <a:t> </a:t>
            </a:r>
            <a:r>
              <a:rPr lang="en">
                <a:latin typeface="Poppins SemiBold"/>
                <a:ea typeface="Poppins SemiBold"/>
                <a:cs typeface="Poppins SemiBold"/>
                <a:sym typeface="Poppins SemiBold"/>
              </a:rPr>
              <a:t>Approaches +</a:t>
            </a:r>
            <a:r>
              <a:rPr lang="en">
                <a:solidFill>
                  <a:schemeClr val="accent4"/>
                </a:solidFill>
                <a:latin typeface="Poppins SemiBold"/>
                <a:ea typeface="Poppins SemiBold"/>
                <a:cs typeface="Poppins SemiBold"/>
                <a:sym typeface="Poppins SemiBold"/>
              </a:rPr>
              <a:t> Accountability  = Product Strategy</a:t>
            </a:r>
            <a:endParaRPr>
              <a:solidFill>
                <a:schemeClr val="accent4"/>
              </a:solidFill>
              <a:latin typeface="Poppins SemiBold"/>
              <a:ea typeface="Poppins SemiBold"/>
              <a:cs typeface="Poppins SemiBold"/>
              <a:sym typeface="Poppins SemiBold"/>
            </a:endParaRPr>
          </a:p>
        </p:txBody>
      </p:sp>
      <p:sp>
        <p:nvSpPr>
          <p:cNvPr id="1320" name="Google Shape;1320;p244"/>
          <p:cNvSpPr txBox="1"/>
          <p:nvPr>
            <p:ph idx="4294967295" type="body"/>
          </p:nvPr>
        </p:nvSpPr>
        <p:spPr>
          <a:xfrm>
            <a:off x="465550" y="2078675"/>
            <a:ext cx="47475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The PATHS of your product strategy:</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One approach or a </a:t>
            </a:r>
            <a:r>
              <a:rPr lang="en" sz="1200"/>
              <a:t>multi-prong</a:t>
            </a:r>
            <a:r>
              <a:rPr lang="en" sz="1200"/>
              <a:t>ed approach</a:t>
            </a:r>
            <a:endParaRPr sz="1200"/>
          </a:p>
          <a:p>
            <a:pPr indent="-304800" lvl="0" marL="457200" rtl="0" algn="l">
              <a:spcBef>
                <a:spcPts val="1000"/>
              </a:spcBef>
              <a:spcAft>
                <a:spcPts val="0"/>
              </a:spcAft>
              <a:buSzPts val="1200"/>
              <a:buChar char="●"/>
            </a:pPr>
            <a:r>
              <a:rPr lang="en" sz="1200"/>
              <a:t>High-level plan to overcome the challenges</a:t>
            </a:r>
            <a:r>
              <a:rPr lang="en" sz="1200"/>
              <a:t> described in the previous slide</a:t>
            </a:r>
            <a:endParaRPr sz="1200"/>
          </a:p>
          <a:p>
            <a:pPr indent="-304800" lvl="0" marL="457200" rtl="0" algn="l">
              <a:spcBef>
                <a:spcPts val="1000"/>
              </a:spcBef>
              <a:spcAft>
                <a:spcPts val="0"/>
              </a:spcAft>
              <a:buSzPts val="1200"/>
              <a:buChar char="●"/>
            </a:pPr>
            <a:r>
              <a:rPr lang="en" sz="1200"/>
              <a:t>May be different for different types of customers</a:t>
            </a:r>
            <a:endParaRPr sz="1200"/>
          </a:p>
          <a:p>
            <a:pPr indent="-304800" lvl="0" marL="457200" rtl="0" algn="l">
              <a:spcBef>
                <a:spcPts val="1000"/>
              </a:spcBef>
              <a:spcAft>
                <a:spcPts val="1000"/>
              </a:spcAft>
              <a:buSzPts val="1200"/>
              <a:buChar char="●"/>
            </a:pPr>
            <a:r>
              <a:rPr lang="en" sz="1200"/>
              <a:t>Defines what we </a:t>
            </a:r>
            <a:r>
              <a:rPr lang="en" sz="1200" u="sng"/>
              <a:t>will do</a:t>
            </a:r>
            <a:r>
              <a:rPr lang="en" sz="1200"/>
              <a:t> and will </a:t>
            </a:r>
            <a:r>
              <a:rPr lang="en" sz="1200" u="sng"/>
              <a:t>not do</a:t>
            </a:r>
            <a:r>
              <a:rPr lang="en" sz="1200"/>
              <a:t> along the way</a:t>
            </a:r>
            <a:endParaRPr sz="1200">
              <a:latin typeface="Poppins SemiBold"/>
              <a:ea typeface="Poppins SemiBold"/>
              <a:cs typeface="Poppins SemiBold"/>
              <a:sym typeface="Poppins SemiBold"/>
            </a:endParaRPr>
          </a:p>
        </p:txBody>
      </p:sp>
      <p:sp>
        <p:nvSpPr>
          <p:cNvPr id="1321" name="Google Shape;1321;p244"/>
          <p:cNvSpPr txBox="1"/>
          <p:nvPr/>
        </p:nvSpPr>
        <p:spPr>
          <a:xfrm>
            <a:off x="5257250" y="2042500"/>
            <a:ext cx="3518100" cy="1986600"/>
          </a:xfrm>
          <a:prstGeom prst="rect">
            <a:avLst/>
          </a:prstGeom>
          <a:solidFill>
            <a:srgbClr val="F5F5F5"/>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p:txBody>
      </p:sp>
      <p:sp>
        <p:nvSpPr>
          <p:cNvPr id="1322" name="Google Shape;1322;p244"/>
          <p:cNvSpPr txBox="1"/>
          <p:nvPr>
            <p:ph idx="4294967295" type="body"/>
          </p:nvPr>
        </p:nvSpPr>
        <p:spPr>
          <a:xfrm>
            <a:off x="5257250" y="2078675"/>
            <a:ext cx="3441900" cy="2084700"/>
          </a:xfrm>
          <a:prstGeom prst="rect">
            <a:avLst/>
          </a:prstGeom>
          <a:solidFill>
            <a:srgbClr val="E5E5EB"/>
          </a:solidFill>
        </p:spPr>
        <p:txBody>
          <a:bodyPr anchorCtr="0" anchor="t" bIns="182875" lIns="182875" spcFirstLastPara="1" rIns="182875" wrap="square" tIns="91425">
            <a:noAutofit/>
          </a:bodyPr>
          <a:lstStyle/>
          <a:p>
            <a:pPr indent="0" lvl="0" marL="0" rtl="0" algn="l">
              <a:spcBef>
                <a:spcPts val="0"/>
              </a:spcBef>
              <a:spcAft>
                <a:spcPts val="0"/>
              </a:spcAft>
              <a:buNone/>
            </a:pPr>
            <a:r>
              <a:rPr lang="en" sz="1000">
                <a:latin typeface="Poppins SemiBold"/>
                <a:ea typeface="Poppins SemiBold"/>
                <a:cs typeface="Poppins SemiBold"/>
                <a:sym typeface="Poppins SemiBold"/>
              </a:rPr>
              <a:t>A Real Analogy </a:t>
            </a:r>
            <a:endParaRPr sz="1000">
              <a:latin typeface="Poppins SemiBold"/>
              <a:ea typeface="Poppins SemiBold"/>
              <a:cs typeface="Poppins SemiBold"/>
              <a:sym typeface="Poppins SemiBold"/>
            </a:endParaRPr>
          </a:p>
          <a:p>
            <a:pPr indent="0" lvl="0" marL="0" rtl="0" algn="l">
              <a:spcBef>
                <a:spcPts val="1000"/>
              </a:spcBef>
              <a:spcAft>
                <a:spcPts val="0"/>
              </a:spcAft>
              <a:buNone/>
            </a:pPr>
            <a:r>
              <a:rPr lang="en" sz="1000"/>
              <a:t>I’ve decided there are a few approaches I will bet on in order to reach my vision for a long, full, and healthy life. I will use all three approaches, but at times I may lean heavier on one over the others.</a:t>
            </a:r>
            <a:endParaRPr sz="1000"/>
          </a:p>
          <a:p>
            <a:pPr indent="-234950" lvl="0" marL="571500" rtl="0" algn="l">
              <a:spcBef>
                <a:spcPts val="1000"/>
              </a:spcBef>
              <a:spcAft>
                <a:spcPts val="0"/>
              </a:spcAft>
              <a:buSzPts val="1000"/>
              <a:buAutoNum type="arabicPeriod"/>
            </a:pPr>
            <a:r>
              <a:rPr lang="en" sz="1000"/>
              <a:t>Eating healthier</a:t>
            </a:r>
            <a:endParaRPr sz="1000"/>
          </a:p>
          <a:p>
            <a:pPr indent="-234950" lvl="0" marL="571500" rtl="0" algn="l">
              <a:spcBef>
                <a:spcPts val="0"/>
              </a:spcBef>
              <a:spcAft>
                <a:spcPts val="0"/>
              </a:spcAft>
              <a:buSzPts val="1000"/>
              <a:buAutoNum type="arabicPeriod"/>
            </a:pPr>
            <a:r>
              <a:rPr lang="en" sz="1000"/>
              <a:t>Working out more</a:t>
            </a:r>
            <a:endParaRPr sz="1000"/>
          </a:p>
          <a:p>
            <a:pPr indent="-234950" lvl="0" marL="571500" rtl="0" algn="l">
              <a:spcBef>
                <a:spcPts val="0"/>
              </a:spcBef>
              <a:spcAft>
                <a:spcPts val="0"/>
              </a:spcAft>
              <a:buSzPts val="1000"/>
              <a:buAutoNum type="arabicPeriod"/>
            </a:pPr>
            <a:r>
              <a:rPr lang="en" sz="1000"/>
              <a:t>Developing a better mindset through sleep, relaxation, and meditation </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245"/>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Approaches</a:t>
            </a:r>
            <a:endParaRPr/>
          </a:p>
        </p:txBody>
      </p:sp>
      <p:sp>
        <p:nvSpPr>
          <p:cNvPr id="1328" name="Google Shape;1328;p245"/>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329" name="Google Shape;1329;p245"/>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
        <p:nvSpPr>
          <p:cNvPr id="1330" name="Google Shape;1330;p245"/>
          <p:cNvSpPr/>
          <p:nvPr/>
        </p:nvSpPr>
        <p:spPr>
          <a:xfrm>
            <a:off x="7575" y="0"/>
            <a:ext cx="22398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331" name="Google Shape;1331;p245"/>
          <p:cNvGraphicFramePr/>
          <p:nvPr/>
        </p:nvGraphicFramePr>
        <p:xfrm>
          <a:off x="203050" y="386414"/>
          <a:ext cx="3000000" cy="3000000"/>
        </p:xfrm>
        <a:graphic>
          <a:graphicData uri="http://schemas.openxmlformats.org/drawingml/2006/table">
            <a:tbl>
              <a:tblPr>
                <a:noFill/>
                <a:tableStyleId>{464D41AA-D2DC-4DD0-833B-0490B6759500}</a:tableStyleId>
              </a:tblPr>
              <a:tblGrid>
                <a:gridCol w="565750"/>
                <a:gridCol w="581625"/>
                <a:gridCol w="739825"/>
              </a:tblGrid>
              <a:tr h="495100">
                <a:tc gridSpan="3">
                  <a:txBody>
                    <a:bodyPr/>
                    <a:lstStyle/>
                    <a:p>
                      <a:pPr indent="0" lvl="0" marL="0" rtl="0" algn="l">
                        <a:spcBef>
                          <a:spcPts val="0"/>
                        </a:spcBef>
                        <a:spcAft>
                          <a:spcPts val="0"/>
                        </a:spcAft>
                        <a:buNone/>
                      </a:pPr>
                      <a:r>
                        <a:t/>
                      </a:r>
                      <a:endParaRPr sz="15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495100">
                <a:tc gridSpan="3">
                  <a:txBody>
                    <a:bodyPr/>
                    <a:lstStyle/>
                    <a:p>
                      <a:pPr indent="0" lvl="0" marL="0" rtl="0" algn="l">
                        <a:spcBef>
                          <a:spcPts val="0"/>
                        </a:spcBef>
                        <a:spcAft>
                          <a:spcPts val="0"/>
                        </a:spcAft>
                        <a:buNone/>
                      </a:pPr>
                      <a:r>
                        <a:rPr lang="en" sz="900">
                          <a:solidFill>
                            <a:schemeClr val="lt1"/>
                          </a:solidFill>
                          <a:latin typeface="Poppins SemiBold"/>
                          <a:ea typeface="Poppins SemiBold"/>
                          <a:cs typeface="Poppins SemiBold"/>
                          <a:sym typeface="Poppins SemiBold"/>
                        </a:rPr>
                        <a:t>Product Strategy Guide</a:t>
                      </a:r>
                      <a:endParaRPr sz="9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508100">
                <a:tc gridSpan="3" rowSpan="3">
                  <a:txBody>
                    <a:bodyPr/>
                    <a:lstStyle/>
                    <a:p>
                      <a:pPr indent="0" lvl="0" marL="0" rtl="0" algn="l">
                        <a:spcBef>
                          <a:spcPts val="0"/>
                        </a:spcBef>
                        <a:spcAft>
                          <a:spcPts val="0"/>
                        </a:spcAft>
                        <a:buNone/>
                      </a:pPr>
                      <a:r>
                        <a:rPr lang="en" sz="1000">
                          <a:solidFill>
                            <a:schemeClr val="lt1"/>
                          </a:solidFill>
                          <a:latin typeface="Lato"/>
                          <a:ea typeface="Lato"/>
                          <a:cs typeface="Lato"/>
                          <a:sym typeface="Lato"/>
                        </a:rPr>
                        <a:t>What path will you take to achieve your product strategy.</a:t>
                      </a:r>
                      <a:endParaRPr sz="1000">
                        <a:solidFill>
                          <a:schemeClr val="lt1"/>
                        </a:solidFill>
                        <a:latin typeface="Lato"/>
                        <a:ea typeface="Lato"/>
                        <a:cs typeface="Lato"/>
                        <a:sym typeface="Lato"/>
                      </a:endParaRPr>
                    </a:p>
                  </a:txBody>
                  <a:tcPr marT="91425" marB="91425" marR="156925" marL="182875">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rowSpan="3" hMerge="1"/>
                <a:tc rowSpan="3" hMerge="1"/>
              </a:tr>
              <a:tr h="508100">
                <a:tc gridSpan="3" vMerge="1"/>
                <a:tc hMerge="1" vMerge="1"/>
                <a:tc hMerge="1" vMerge="1"/>
              </a:tr>
              <a:tr h="119400">
                <a:tc gridSpan="3" vMerge="1"/>
                <a:tc hMerge="1" vMerge="1"/>
                <a:tc hMerge="1" vMerge="1"/>
              </a:tr>
            </a:tbl>
          </a:graphicData>
        </a:graphic>
      </p:graphicFrame>
      <p:graphicFrame>
        <p:nvGraphicFramePr>
          <p:cNvPr id="1332" name="Google Shape;1332;p245"/>
          <p:cNvGraphicFramePr/>
          <p:nvPr/>
        </p:nvGraphicFramePr>
        <p:xfrm>
          <a:off x="2600938" y="1493788"/>
          <a:ext cx="3000000" cy="3000000"/>
        </p:xfrm>
        <a:graphic>
          <a:graphicData uri="http://schemas.openxmlformats.org/drawingml/2006/table">
            <a:tbl>
              <a:tblPr>
                <a:noFill/>
                <a:tableStyleId>{464D41AA-D2DC-4DD0-833B-0490B6759500}</a:tableStyleId>
              </a:tblPr>
              <a:tblGrid>
                <a:gridCol w="1256525"/>
                <a:gridCol w="4685825"/>
              </a:tblGrid>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Approach</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Decide on the approach you’re taking with your product strategy</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Overcome Challenges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1000"/>
                        </a:spcAft>
                        <a:buNone/>
                      </a:pPr>
                      <a:r>
                        <a:rPr lang="en" sz="1000">
                          <a:solidFill>
                            <a:srgbClr val="3C4856"/>
                          </a:solidFill>
                          <a:latin typeface="Lato"/>
                          <a:ea typeface="Lato"/>
                          <a:cs typeface="Lato"/>
                          <a:sym typeface="Lato"/>
                        </a:rPr>
                        <a:t>Outline a high-level plan on how to overcome the challenges you defined in the precious section  that you might face</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Do’s &amp; Don’t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lnSpc>
                          <a:spcPct val="115000"/>
                        </a:lnSpc>
                        <a:spcBef>
                          <a:spcPts val="0"/>
                        </a:spcBef>
                        <a:spcAft>
                          <a:spcPts val="1000"/>
                        </a:spcAft>
                        <a:buNone/>
                      </a:pPr>
                      <a:r>
                        <a:rPr lang="en" sz="1000">
                          <a:solidFill>
                            <a:srgbClr val="3C4856"/>
                          </a:solidFill>
                          <a:latin typeface="Lato"/>
                          <a:ea typeface="Lato"/>
                          <a:cs typeface="Lato"/>
                          <a:sym typeface="Lato"/>
                        </a:rPr>
                        <a:t>Defines what we </a:t>
                      </a:r>
                      <a:r>
                        <a:rPr lang="en" sz="1000" u="sng">
                          <a:solidFill>
                            <a:srgbClr val="3C4856"/>
                          </a:solidFill>
                          <a:latin typeface="Lato"/>
                          <a:ea typeface="Lato"/>
                          <a:cs typeface="Lato"/>
                          <a:sym typeface="Lato"/>
                        </a:rPr>
                        <a:t>will do</a:t>
                      </a:r>
                      <a:r>
                        <a:rPr lang="en" sz="1000">
                          <a:solidFill>
                            <a:srgbClr val="3C4856"/>
                          </a:solidFill>
                          <a:latin typeface="Lato"/>
                          <a:ea typeface="Lato"/>
                          <a:cs typeface="Lato"/>
                          <a:sym typeface="Lato"/>
                        </a:rPr>
                        <a:t> and will </a:t>
                      </a:r>
                      <a:r>
                        <a:rPr lang="en" sz="1000" u="sng">
                          <a:solidFill>
                            <a:srgbClr val="3C4856"/>
                          </a:solidFill>
                          <a:latin typeface="Lato"/>
                          <a:ea typeface="Lato"/>
                          <a:cs typeface="Lato"/>
                          <a:sym typeface="Lato"/>
                        </a:rPr>
                        <a:t>not do</a:t>
                      </a:r>
                      <a:r>
                        <a:rPr lang="en" sz="1000">
                          <a:solidFill>
                            <a:srgbClr val="3C4856"/>
                          </a:solidFill>
                          <a:latin typeface="Lato"/>
                          <a:ea typeface="Lato"/>
                          <a:cs typeface="Lato"/>
                          <a:sym typeface="Lato"/>
                        </a:rPr>
                        <a:t> along the way</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
        <p:nvSpPr>
          <p:cNvPr id="1333" name="Google Shape;1333;p245"/>
          <p:cNvSpPr/>
          <p:nvPr/>
        </p:nvSpPr>
        <p:spPr>
          <a:xfrm>
            <a:off x="203050" y="225150"/>
            <a:ext cx="1170900" cy="299100"/>
          </a:xfrm>
          <a:prstGeom prst="roundRect">
            <a:avLst>
              <a:gd fmla="val 13574" name="adj"/>
            </a:avLst>
          </a:prstGeom>
          <a:solidFill>
            <a:srgbClr val="EBCA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5A4316"/>
                </a:solidFill>
                <a:latin typeface="Poppins SemiBold"/>
                <a:ea typeface="Poppins SemiBold"/>
                <a:cs typeface="Poppins SemiBold"/>
                <a:sym typeface="Poppins SemiBold"/>
              </a:rPr>
              <a:t>Fill out this page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246"/>
          <p:cNvSpPr/>
          <p:nvPr/>
        </p:nvSpPr>
        <p:spPr>
          <a:xfrm>
            <a:off x="7019075" y="1362775"/>
            <a:ext cx="1938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46"/>
          <p:cNvSpPr/>
          <p:nvPr/>
        </p:nvSpPr>
        <p:spPr>
          <a:xfrm>
            <a:off x="4122045" y="1362763"/>
            <a:ext cx="1314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46"/>
          <p:cNvSpPr/>
          <p:nvPr/>
        </p:nvSpPr>
        <p:spPr>
          <a:xfrm>
            <a:off x="2890850" y="1362763"/>
            <a:ext cx="123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46"/>
          <p:cNvSpPr/>
          <p:nvPr/>
        </p:nvSpPr>
        <p:spPr>
          <a:xfrm>
            <a:off x="1928850" y="1362763"/>
            <a:ext cx="96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46"/>
          <p:cNvSpPr/>
          <p:nvPr/>
        </p:nvSpPr>
        <p:spPr>
          <a:xfrm>
            <a:off x="175850" y="1362775"/>
            <a:ext cx="17529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46"/>
          <p:cNvSpPr/>
          <p:nvPr/>
        </p:nvSpPr>
        <p:spPr>
          <a:xfrm>
            <a:off x="5435260" y="1362763"/>
            <a:ext cx="15846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46"/>
          <p:cNvSpPr/>
          <p:nvPr/>
        </p:nvSpPr>
        <p:spPr>
          <a:xfrm>
            <a:off x="175850" y="1771150"/>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46"/>
          <p:cNvSpPr txBox="1"/>
          <p:nvPr>
            <p:ph type="title"/>
          </p:nvPr>
        </p:nvSpPr>
        <p:spPr>
          <a:xfrm>
            <a:off x="607200" y="685068"/>
            <a:ext cx="39360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Product Strategy Formula</a:t>
            </a:r>
            <a:endParaRPr/>
          </a:p>
        </p:txBody>
      </p:sp>
      <p:sp>
        <p:nvSpPr>
          <p:cNvPr id="1346" name="Google Shape;1346;p246"/>
          <p:cNvSpPr txBox="1"/>
          <p:nvPr>
            <p:ph idx="4294967295" type="body"/>
          </p:nvPr>
        </p:nvSpPr>
        <p:spPr>
          <a:xfrm>
            <a:off x="284750" y="1371763"/>
            <a:ext cx="8597100" cy="4002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solidFill>
                  <a:schemeClr val="accent4"/>
                </a:solidFill>
                <a:latin typeface="Poppins SemiBold"/>
                <a:ea typeface="Poppins SemiBold"/>
                <a:cs typeface="Poppins SemiBold"/>
                <a:sym typeface="Poppins SemiBold"/>
              </a:rPr>
              <a:t>Product Vision</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Insights</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 Challenges + Approaches</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a:t>
            </a:r>
            <a:r>
              <a:rPr lang="en">
                <a:latin typeface="Poppins SemiBold"/>
                <a:ea typeface="Poppins SemiBold"/>
                <a:cs typeface="Poppins SemiBold"/>
                <a:sym typeface="Poppins SemiBold"/>
              </a:rPr>
              <a:t>Accountability  =</a:t>
            </a:r>
            <a:r>
              <a:rPr lang="en">
                <a:solidFill>
                  <a:schemeClr val="accent4"/>
                </a:solidFill>
                <a:latin typeface="Poppins SemiBold"/>
                <a:ea typeface="Poppins SemiBold"/>
                <a:cs typeface="Poppins SemiBold"/>
                <a:sym typeface="Poppins SemiBold"/>
              </a:rPr>
              <a:t> Product Strategy</a:t>
            </a:r>
            <a:endParaRPr>
              <a:solidFill>
                <a:schemeClr val="accent4"/>
              </a:solidFill>
              <a:latin typeface="Poppins SemiBold"/>
              <a:ea typeface="Poppins SemiBold"/>
              <a:cs typeface="Poppins SemiBold"/>
              <a:sym typeface="Poppins SemiBold"/>
            </a:endParaRPr>
          </a:p>
        </p:txBody>
      </p:sp>
      <p:sp>
        <p:nvSpPr>
          <p:cNvPr id="1347" name="Google Shape;1347;p246"/>
          <p:cNvSpPr txBox="1"/>
          <p:nvPr>
            <p:ph idx="4294967295" type="body"/>
          </p:nvPr>
        </p:nvSpPr>
        <p:spPr>
          <a:xfrm>
            <a:off x="465550" y="2071575"/>
            <a:ext cx="43515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The MEASURE of your product strategy:</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Used to track our success and hold us accountable</a:t>
            </a:r>
            <a:endParaRPr sz="1200"/>
          </a:p>
          <a:p>
            <a:pPr indent="-304800" lvl="0" marL="457200" rtl="0" algn="l">
              <a:spcBef>
                <a:spcPts val="1000"/>
              </a:spcBef>
              <a:spcAft>
                <a:spcPts val="0"/>
              </a:spcAft>
              <a:buSzPts val="1200"/>
              <a:buChar char="●"/>
            </a:pPr>
            <a:r>
              <a:rPr lang="en" sz="1200"/>
              <a:t>Examples:</a:t>
            </a:r>
            <a:endParaRPr sz="1200"/>
          </a:p>
          <a:p>
            <a:pPr indent="-304800" lvl="1" marL="914400" rtl="0" algn="l">
              <a:spcBef>
                <a:spcPts val="0"/>
              </a:spcBef>
              <a:spcAft>
                <a:spcPts val="0"/>
              </a:spcAft>
              <a:buSzPts val="1200"/>
              <a:buChar char="○"/>
            </a:pPr>
            <a:r>
              <a:rPr lang="en" sz="1200"/>
              <a:t>North Star metrics are strategic and visionary</a:t>
            </a:r>
            <a:endParaRPr/>
          </a:p>
          <a:p>
            <a:pPr indent="-304800" lvl="1" marL="914400" rtl="0" algn="l">
              <a:spcBef>
                <a:spcPts val="0"/>
              </a:spcBef>
              <a:spcAft>
                <a:spcPts val="0"/>
              </a:spcAft>
              <a:buSzPts val="1200"/>
              <a:buChar char="○"/>
            </a:pPr>
            <a:r>
              <a:rPr lang="en" sz="1200"/>
              <a:t>Perceptional measurements such as: engagement, satisfaction, happiness</a:t>
            </a:r>
            <a:endParaRPr sz="1200"/>
          </a:p>
          <a:p>
            <a:pPr indent="-304800" lvl="1" marL="914400" rtl="0" algn="l">
              <a:spcBef>
                <a:spcPts val="0"/>
              </a:spcBef>
              <a:spcAft>
                <a:spcPts val="0"/>
              </a:spcAft>
              <a:buSzPts val="1200"/>
              <a:buChar char="○"/>
            </a:pPr>
            <a:r>
              <a:rPr lang="en" sz="1200"/>
              <a:t>Value measurements such as: sales, leads, ROI</a:t>
            </a:r>
            <a:endParaRPr sz="1200"/>
          </a:p>
        </p:txBody>
      </p:sp>
      <p:sp>
        <p:nvSpPr>
          <p:cNvPr id="1348" name="Google Shape;1348;p246"/>
          <p:cNvSpPr txBox="1"/>
          <p:nvPr/>
        </p:nvSpPr>
        <p:spPr>
          <a:xfrm>
            <a:off x="5250475" y="2245200"/>
            <a:ext cx="3414000" cy="1788900"/>
          </a:xfrm>
          <a:prstGeom prst="rect">
            <a:avLst/>
          </a:prstGeom>
          <a:solidFill>
            <a:srgbClr val="E5E5EB"/>
          </a:solidFill>
          <a:ln>
            <a:noFill/>
          </a:ln>
        </p:spPr>
        <p:txBody>
          <a:bodyPr anchorCtr="0" anchor="t" bIns="91425" lIns="182875" spcFirstLastPara="1" rIns="182875" wrap="square" tIns="182875">
            <a:noAutofit/>
          </a:bodyPr>
          <a:lstStyle/>
          <a:p>
            <a:pPr indent="0" lvl="0" marL="0" rtl="0" algn="l">
              <a:lnSpc>
                <a:spcPct val="115000"/>
              </a:lnSpc>
              <a:spcBef>
                <a:spcPts val="0"/>
              </a:spcBef>
              <a:spcAft>
                <a:spcPts val="0"/>
              </a:spcAft>
              <a:buNone/>
            </a:pPr>
            <a:r>
              <a:rPr lang="en" sz="1000">
                <a:solidFill>
                  <a:schemeClr val="lt2"/>
                </a:solidFill>
                <a:latin typeface="Poppins SemiBold"/>
                <a:ea typeface="Poppins SemiBold"/>
                <a:cs typeface="Poppins SemiBold"/>
                <a:sym typeface="Poppins SemiBold"/>
              </a:rPr>
              <a:t>A Real Analogy </a:t>
            </a:r>
            <a:endParaRPr sz="1000">
              <a:solidFill>
                <a:schemeClr val="lt2"/>
              </a:solidFill>
              <a:latin typeface="Poppins SemiBold"/>
              <a:ea typeface="Poppins SemiBold"/>
              <a:cs typeface="Poppins SemiBold"/>
              <a:sym typeface="Poppins SemiBold"/>
            </a:endParaRPr>
          </a:p>
          <a:p>
            <a:pPr indent="0" lvl="0" marL="0" rtl="0" algn="l">
              <a:lnSpc>
                <a:spcPct val="115000"/>
              </a:lnSpc>
              <a:spcBef>
                <a:spcPts val="1000"/>
              </a:spcBef>
              <a:spcAft>
                <a:spcPts val="0"/>
              </a:spcAft>
              <a:buNone/>
            </a:pPr>
            <a:r>
              <a:rPr lang="en" sz="1000">
                <a:solidFill>
                  <a:schemeClr val="lt2"/>
                </a:solidFill>
                <a:latin typeface="Lato"/>
                <a:ea typeface="Lato"/>
                <a:cs typeface="Lato"/>
                <a:sym typeface="Lato"/>
              </a:rPr>
              <a:t>To reach my vision of being healthier I will make sure to monitor a few key things. I will be looking at how much weight I am losing over time but that will not be the only metric. I will also focus on how I am feeling, how my clothes fit, my energy level, and my overall confidence level. </a:t>
            </a:r>
            <a:endParaRPr sz="1000">
              <a:solidFill>
                <a:srgbClr val="3C4856"/>
              </a:solidFill>
              <a:latin typeface="Lato"/>
              <a:ea typeface="Lato"/>
              <a:cs typeface="Lato"/>
              <a:sym typeface="Lato"/>
            </a:endParaRPr>
          </a:p>
          <a:p>
            <a:pPr indent="0" lvl="0" marL="0" rtl="0" algn="l">
              <a:lnSpc>
                <a:spcPct val="115000"/>
              </a:lnSpc>
              <a:spcBef>
                <a:spcPts val="1000"/>
              </a:spcBef>
              <a:spcAft>
                <a:spcPts val="0"/>
              </a:spcAft>
              <a:buNone/>
            </a:pPr>
            <a:r>
              <a:t/>
            </a:r>
            <a:endParaRPr sz="1000">
              <a:solidFill>
                <a:srgbClr val="3C4856"/>
              </a:solidFill>
              <a:latin typeface="Lato"/>
              <a:ea typeface="Lato"/>
              <a:cs typeface="Lato"/>
              <a:sym typeface="Lato"/>
            </a:endParaRPr>
          </a:p>
          <a:p>
            <a:pPr indent="0" lvl="0" marL="0" rtl="0" algn="l">
              <a:lnSpc>
                <a:spcPct val="115000"/>
              </a:lnSpc>
              <a:spcBef>
                <a:spcPts val="0"/>
              </a:spcBef>
              <a:spcAft>
                <a:spcPts val="0"/>
              </a:spcAft>
              <a:buNone/>
            </a:pPr>
            <a:r>
              <a:t/>
            </a:r>
            <a:endParaRPr sz="1000">
              <a:solidFill>
                <a:srgbClr val="3C4856"/>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247"/>
          <p:cNvSpPr txBox="1"/>
          <p:nvPr>
            <p:ph type="title"/>
          </p:nvPr>
        </p:nvSpPr>
        <p:spPr>
          <a:xfrm>
            <a:off x="2600943" y="684025"/>
            <a:ext cx="5818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Accountability</a:t>
            </a:r>
            <a:endParaRPr/>
          </a:p>
        </p:txBody>
      </p:sp>
      <p:sp>
        <p:nvSpPr>
          <p:cNvPr id="1354" name="Google Shape;1354;p247"/>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355" name="Google Shape;1355;p247"/>
          <p:cNvSpPr txBox="1"/>
          <p:nvPr>
            <p:ph idx="3" type="title"/>
          </p:nvPr>
        </p:nvSpPr>
        <p:spPr>
          <a:xfrm>
            <a:off x="2600943" y="436275"/>
            <a:ext cx="1955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
        <p:nvSpPr>
          <p:cNvPr id="1356" name="Google Shape;1356;p247"/>
          <p:cNvSpPr/>
          <p:nvPr/>
        </p:nvSpPr>
        <p:spPr>
          <a:xfrm>
            <a:off x="7575" y="0"/>
            <a:ext cx="22398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357" name="Google Shape;1357;p247"/>
          <p:cNvGraphicFramePr/>
          <p:nvPr/>
        </p:nvGraphicFramePr>
        <p:xfrm>
          <a:off x="203050" y="386414"/>
          <a:ext cx="3000000" cy="3000000"/>
        </p:xfrm>
        <a:graphic>
          <a:graphicData uri="http://schemas.openxmlformats.org/drawingml/2006/table">
            <a:tbl>
              <a:tblPr>
                <a:noFill/>
                <a:tableStyleId>{464D41AA-D2DC-4DD0-833B-0490B6759500}</a:tableStyleId>
              </a:tblPr>
              <a:tblGrid>
                <a:gridCol w="565750"/>
                <a:gridCol w="581625"/>
                <a:gridCol w="739825"/>
              </a:tblGrid>
              <a:tr h="495100">
                <a:tc gridSpan="3">
                  <a:txBody>
                    <a:bodyPr/>
                    <a:lstStyle/>
                    <a:p>
                      <a:pPr indent="0" lvl="0" marL="0" rtl="0" algn="l">
                        <a:spcBef>
                          <a:spcPts val="0"/>
                        </a:spcBef>
                        <a:spcAft>
                          <a:spcPts val="0"/>
                        </a:spcAft>
                        <a:buNone/>
                      </a:pPr>
                      <a:r>
                        <a:t/>
                      </a:r>
                      <a:endParaRPr sz="15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495100">
                <a:tc gridSpan="3">
                  <a:txBody>
                    <a:bodyPr/>
                    <a:lstStyle/>
                    <a:p>
                      <a:pPr indent="0" lvl="0" marL="0" rtl="0" algn="l">
                        <a:spcBef>
                          <a:spcPts val="0"/>
                        </a:spcBef>
                        <a:spcAft>
                          <a:spcPts val="0"/>
                        </a:spcAft>
                        <a:buNone/>
                      </a:pPr>
                      <a:r>
                        <a:rPr lang="en" sz="900">
                          <a:solidFill>
                            <a:schemeClr val="lt1"/>
                          </a:solidFill>
                          <a:latin typeface="Poppins SemiBold"/>
                          <a:ea typeface="Poppins SemiBold"/>
                          <a:cs typeface="Poppins SemiBold"/>
                          <a:sym typeface="Poppins SemiBold"/>
                        </a:rPr>
                        <a:t>Product Strategy Guide</a:t>
                      </a:r>
                      <a:endParaRPr sz="900">
                        <a:solidFill>
                          <a:schemeClr val="lt1"/>
                        </a:solidFill>
                        <a:latin typeface="Poppins SemiBold"/>
                        <a:ea typeface="Poppins SemiBold"/>
                        <a:cs typeface="Poppins SemiBold"/>
                        <a:sym typeface="Poppins SemiBold"/>
                      </a:endParaRPr>
                    </a:p>
                  </a:txBody>
                  <a:tcPr marT="91425" marB="91425" marR="182875" marL="182875" anchor="ctr">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hMerge="1"/>
                <a:tc hMerge="1"/>
              </a:tr>
              <a:tr h="508100">
                <a:tc gridSpan="3" rowSpan="3">
                  <a:txBody>
                    <a:bodyPr/>
                    <a:lstStyle/>
                    <a:p>
                      <a:pPr indent="0" lvl="0" marL="0" rtl="0" algn="l">
                        <a:spcBef>
                          <a:spcPts val="0"/>
                        </a:spcBef>
                        <a:spcAft>
                          <a:spcPts val="0"/>
                        </a:spcAft>
                        <a:buNone/>
                      </a:pPr>
                      <a:r>
                        <a:rPr lang="en" sz="1000">
                          <a:solidFill>
                            <a:schemeClr val="lt1"/>
                          </a:solidFill>
                          <a:latin typeface="Lato"/>
                          <a:ea typeface="Lato"/>
                          <a:cs typeface="Lato"/>
                          <a:sym typeface="Lato"/>
                        </a:rPr>
                        <a:t>Track, measure and hold yourself and your team accountable for your progress to stay on track with your product strategy.</a:t>
                      </a:r>
                      <a:endParaRPr sz="1000">
                        <a:solidFill>
                          <a:schemeClr val="lt1"/>
                        </a:solidFill>
                        <a:latin typeface="Lato"/>
                        <a:ea typeface="Lato"/>
                        <a:cs typeface="Lato"/>
                        <a:sym typeface="Lato"/>
                      </a:endParaRPr>
                    </a:p>
                  </a:txBody>
                  <a:tcPr marT="91425" marB="91425" marR="156925" marL="182875">
                    <a:lnL cap="flat" cmpd="sng" w="9525">
                      <a:solidFill>
                        <a:schemeClr val="accent5">
                          <a:alpha val="0"/>
                        </a:schemeClr>
                      </a:solidFill>
                      <a:prstDash val="solid"/>
                      <a:round/>
                      <a:headEnd len="sm" w="sm" type="none"/>
                      <a:tailEnd len="sm" w="sm" type="none"/>
                    </a:lnL>
                    <a:lnR cap="flat" cmpd="sng" w="9525">
                      <a:solidFill>
                        <a:schemeClr val="accent5">
                          <a:alpha val="0"/>
                        </a:schemeClr>
                      </a:solidFill>
                      <a:prstDash val="solid"/>
                      <a:round/>
                      <a:headEnd len="sm" w="sm" type="none"/>
                      <a:tailEnd len="sm" w="sm" type="none"/>
                    </a:lnR>
                    <a:lnT cap="flat" cmpd="sng" w="9525">
                      <a:solidFill>
                        <a:schemeClr val="accent5">
                          <a:alpha val="0"/>
                        </a:schemeClr>
                      </a:solidFill>
                      <a:prstDash val="solid"/>
                      <a:round/>
                      <a:headEnd len="sm" w="sm" type="none"/>
                      <a:tailEnd len="sm" w="sm" type="none"/>
                    </a:lnT>
                    <a:lnB cap="flat" cmpd="sng" w="9525">
                      <a:solidFill>
                        <a:schemeClr val="accent5">
                          <a:alpha val="0"/>
                        </a:schemeClr>
                      </a:solidFill>
                      <a:prstDash val="solid"/>
                      <a:round/>
                      <a:headEnd len="sm" w="sm" type="none"/>
                      <a:tailEnd len="sm" w="sm" type="none"/>
                    </a:lnB>
                    <a:solidFill>
                      <a:schemeClr val="lt2"/>
                    </a:solidFill>
                  </a:tcPr>
                </a:tc>
                <a:tc rowSpan="3" hMerge="1"/>
                <a:tc rowSpan="3" hMerge="1"/>
              </a:tr>
              <a:tr h="508100">
                <a:tc gridSpan="3" vMerge="1"/>
                <a:tc hMerge="1" vMerge="1"/>
                <a:tc hMerge="1" vMerge="1"/>
              </a:tr>
              <a:tr h="119400">
                <a:tc gridSpan="3" vMerge="1"/>
                <a:tc hMerge="1" vMerge="1"/>
                <a:tc hMerge="1" vMerge="1"/>
              </a:tr>
            </a:tbl>
          </a:graphicData>
        </a:graphic>
      </p:graphicFrame>
      <p:graphicFrame>
        <p:nvGraphicFramePr>
          <p:cNvPr id="1358" name="Google Shape;1358;p247"/>
          <p:cNvGraphicFramePr/>
          <p:nvPr/>
        </p:nvGraphicFramePr>
        <p:xfrm>
          <a:off x="2600938" y="1493788"/>
          <a:ext cx="3000000" cy="3000000"/>
        </p:xfrm>
        <a:graphic>
          <a:graphicData uri="http://schemas.openxmlformats.org/drawingml/2006/table">
            <a:tbl>
              <a:tblPr>
                <a:noFill/>
                <a:tableStyleId>{464D41AA-D2DC-4DD0-833B-0490B6759500}</a:tableStyleId>
              </a:tblPr>
              <a:tblGrid>
                <a:gridCol w="961725"/>
                <a:gridCol w="2440300"/>
                <a:gridCol w="2540350"/>
              </a:tblGrid>
              <a:tr h="101842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Metrics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000">
                          <a:solidFill>
                            <a:srgbClr val="3C4856"/>
                          </a:solidFill>
                          <a:latin typeface="Lato"/>
                          <a:ea typeface="Lato"/>
                          <a:cs typeface="Lato"/>
                          <a:sym typeface="Lato"/>
                        </a:rPr>
                        <a:t>What metric(s) are you aiming for</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55148" rtl="0" algn="l">
                        <a:spcBef>
                          <a:spcPts val="0"/>
                        </a:spcBef>
                        <a:spcAft>
                          <a:spcPts val="0"/>
                        </a:spcAft>
                        <a:buNone/>
                      </a:pPr>
                      <a:r>
                        <a:rPr lang="en" sz="1000">
                          <a:solidFill>
                            <a:srgbClr val="3C4856"/>
                          </a:solidFill>
                          <a:latin typeface="Lato"/>
                          <a:ea typeface="Lato"/>
                          <a:cs typeface="Lato"/>
                          <a:sym typeface="Lato"/>
                        </a:rPr>
                        <a:t>Your progress…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Notes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55148"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
        <p:nvSpPr>
          <p:cNvPr id="1359" name="Google Shape;1359;p247"/>
          <p:cNvSpPr/>
          <p:nvPr/>
        </p:nvSpPr>
        <p:spPr>
          <a:xfrm>
            <a:off x="203050" y="225150"/>
            <a:ext cx="1170900" cy="299100"/>
          </a:xfrm>
          <a:prstGeom prst="roundRect">
            <a:avLst>
              <a:gd fmla="val 13574" name="adj"/>
            </a:avLst>
          </a:prstGeom>
          <a:solidFill>
            <a:srgbClr val="EBCA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5A4316"/>
                </a:solidFill>
                <a:latin typeface="Poppins SemiBold"/>
                <a:ea typeface="Poppins SemiBold"/>
                <a:cs typeface="Poppins SemiBold"/>
                <a:sym typeface="Poppins SemiBold"/>
              </a:rPr>
              <a:t>Fill out this page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248"/>
          <p:cNvSpPr/>
          <p:nvPr/>
        </p:nvSpPr>
        <p:spPr>
          <a:xfrm>
            <a:off x="5435260" y="1369863"/>
            <a:ext cx="15846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48"/>
          <p:cNvSpPr/>
          <p:nvPr/>
        </p:nvSpPr>
        <p:spPr>
          <a:xfrm>
            <a:off x="7019461" y="1369875"/>
            <a:ext cx="1938000" cy="4182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48"/>
          <p:cNvSpPr/>
          <p:nvPr/>
        </p:nvSpPr>
        <p:spPr>
          <a:xfrm>
            <a:off x="4122045" y="1369863"/>
            <a:ext cx="13140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48"/>
          <p:cNvSpPr/>
          <p:nvPr/>
        </p:nvSpPr>
        <p:spPr>
          <a:xfrm>
            <a:off x="2890850" y="1369863"/>
            <a:ext cx="123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48"/>
          <p:cNvSpPr/>
          <p:nvPr/>
        </p:nvSpPr>
        <p:spPr>
          <a:xfrm>
            <a:off x="1928850" y="1369863"/>
            <a:ext cx="9621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48"/>
          <p:cNvSpPr/>
          <p:nvPr/>
        </p:nvSpPr>
        <p:spPr>
          <a:xfrm>
            <a:off x="175850" y="1369875"/>
            <a:ext cx="1752900" cy="418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48"/>
          <p:cNvSpPr/>
          <p:nvPr/>
        </p:nvSpPr>
        <p:spPr>
          <a:xfrm>
            <a:off x="175850" y="1778250"/>
            <a:ext cx="8781300" cy="2925000"/>
          </a:xfrm>
          <a:prstGeom prst="rect">
            <a:avLst/>
          </a:prstGeom>
          <a:solidFill>
            <a:srgbClr val="F7F7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48"/>
          <p:cNvSpPr txBox="1"/>
          <p:nvPr>
            <p:ph type="title"/>
          </p:nvPr>
        </p:nvSpPr>
        <p:spPr>
          <a:xfrm>
            <a:off x="607200" y="685068"/>
            <a:ext cx="39360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Product Strategy Formula</a:t>
            </a:r>
            <a:endParaRPr/>
          </a:p>
        </p:txBody>
      </p:sp>
      <p:sp>
        <p:nvSpPr>
          <p:cNvPr id="1372" name="Google Shape;1372;p248"/>
          <p:cNvSpPr txBox="1"/>
          <p:nvPr>
            <p:ph idx="4294967295" type="body"/>
          </p:nvPr>
        </p:nvSpPr>
        <p:spPr>
          <a:xfrm>
            <a:off x="284750" y="1378863"/>
            <a:ext cx="8597100" cy="4002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a:solidFill>
                  <a:schemeClr val="accent4"/>
                </a:solidFill>
                <a:latin typeface="Poppins SemiBold"/>
                <a:ea typeface="Poppins SemiBold"/>
                <a:cs typeface="Poppins SemiBold"/>
                <a:sym typeface="Poppins SemiBold"/>
              </a:rPr>
              <a:t>Product Vision</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Insights</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 Challenges + Approaches + Accountability</a:t>
            </a:r>
            <a:r>
              <a:rPr lang="en">
                <a:latin typeface="Poppins SemiBold"/>
                <a:ea typeface="Poppins SemiBold"/>
                <a:cs typeface="Poppins SemiBold"/>
                <a:sym typeface="Poppins SemiBold"/>
              </a:rPr>
              <a:t>  =</a:t>
            </a:r>
            <a:r>
              <a:rPr lang="en">
                <a:solidFill>
                  <a:schemeClr val="accent4"/>
                </a:solidFill>
                <a:latin typeface="Poppins SemiBold"/>
                <a:ea typeface="Poppins SemiBold"/>
                <a:cs typeface="Poppins SemiBold"/>
                <a:sym typeface="Poppins SemiBold"/>
              </a:rPr>
              <a:t> </a:t>
            </a:r>
            <a:r>
              <a:rPr lang="en">
                <a:latin typeface="Poppins SemiBold"/>
                <a:ea typeface="Poppins SemiBold"/>
                <a:cs typeface="Poppins SemiBold"/>
                <a:sym typeface="Poppins SemiBold"/>
              </a:rPr>
              <a:t>Product Strategy</a:t>
            </a:r>
            <a:endParaRPr>
              <a:latin typeface="Poppins SemiBold"/>
              <a:ea typeface="Poppins SemiBold"/>
              <a:cs typeface="Poppins SemiBold"/>
              <a:sym typeface="Poppins SemiBold"/>
            </a:endParaRPr>
          </a:p>
        </p:txBody>
      </p:sp>
      <p:sp>
        <p:nvSpPr>
          <p:cNvPr id="1373" name="Google Shape;1373;p248"/>
          <p:cNvSpPr txBox="1"/>
          <p:nvPr>
            <p:ph idx="4294967295" type="body"/>
          </p:nvPr>
        </p:nvSpPr>
        <p:spPr>
          <a:xfrm>
            <a:off x="465550" y="2078675"/>
            <a:ext cx="4351500" cy="234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Poppins SemiBold"/>
                <a:ea typeface="Poppins SemiBold"/>
                <a:cs typeface="Poppins SemiBold"/>
                <a:sym typeface="Poppins SemiBold"/>
              </a:rPr>
              <a:t>Why Product Strategy Matters?</a:t>
            </a:r>
            <a:endParaRPr sz="1200">
              <a:latin typeface="Poppins SemiBold"/>
              <a:ea typeface="Poppins SemiBold"/>
              <a:cs typeface="Poppins SemiBold"/>
              <a:sym typeface="Poppins SemiBold"/>
            </a:endParaRPr>
          </a:p>
          <a:p>
            <a:pPr indent="-304800" lvl="0" marL="457200" rtl="0" algn="l">
              <a:spcBef>
                <a:spcPts val="1000"/>
              </a:spcBef>
              <a:spcAft>
                <a:spcPts val="0"/>
              </a:spcAft>
              <a:buSzPts val="1200"/>
              <a:buChar char="●"/>
            </a:pPr>
            <a:r>
              <a:rPr lang="en" sz="1200"/>
              <a:t>Aligns everyone around what is most important so everyone rows in the same direction</a:t>
            </a:r>
            <a:endParaRPr sz="1200"/>
          </a:p>
          <a:p>
            <a:pPr indent="-304800" lvl="0" marL="457200" rtl="0" algn="l">
              <a:spcBef>
                <a:spcPts val="1000"/>
              </a:spcBef>
              <a:spcAft>
                <a:spcPts val="0"/>
              </a:spcAft>
              <a:buSzPts val="1200"/>
              <a:buChar char="●"/>
            </a:pPr>
            <a:r>
              <a:rPr lang="en" sz="1200"/>
              <a:t>Helps you say no to distractions and prioritize the truly impactful items that will move us towards our vision</a:t>
            </a:r>
            <a:endParaRPr sz="1200"/>
          </a:p>
          <a:p>
            <a:pPr indent="-304800" lvl="0" marL="457200" rtl="0" algn="l">
              <a:spcBef>
                <a:spcPts val="1000"/>
              </a:spcBef>
              <a:spcAft>
                <a:spcPts val="1000"/>
              </a:spcAft>
              <a:buSzPts val="1200"/>
              <a:buChar char="●"/>
            </a:pPr>
            <a:r>
              <a:rPr lang="en" sz="1200"/>
              <a:t>Can inform how you organize your product teams</a:t>
            </a:r>
            <a:endParaRPr sz="1200"/>
          </a:p>
        </p:txBody>
      </p:sp>
      <p:sp>
        <p:nvSpPr>
          <p:cNvPr id="1374" name="Google Shape;1374;p248"/>
          <p:cNvSpPr/>
          <p:nvPr/>
        </p:nvSpPr>
        <p:spPr>
          <a:xfrm>
            <a:off x="5473575" y="2576125"/>
            <a:ext cx="2889900" cy="758100"/>
          </a:xfrm>
          <a:prstGeom prst="roundRect">
            <a:avLst>
              <a:gd fmla="val 5918" name="adj"/>
            </a:avLst>
          </a:prstGeom>
          <a:solidFill>
            <a:srgbClr val="BAF7EC"/>
          </a:solidFill>
          <a:ln>
            <a:noFill/>
          </a:ln>
        </p:spPr>
        <p:txBody>
          <a:bodyPr anchorCtr="0" anchor="ctr" bIns="91425" lIns="91425" spcFirstLastPara="1" rIns="91425" wrap="square" tIns="182875">
            <a:noAutofit/>
          </a:bodyPr>
          <a:lstStyle/>
          <a:p>
            <a:pPr indent="0" lvl="0" marL="0" rtl="0" algn="ctr">
              <a:lnSpc>
                <a:spcPct val="100000"/>
              </a:lnSpc>
              <a:spcBef>
                <a:spcPts val="0"/>
              </a:spcBef>
              <a:spcAft>
                <a:spcPts val="1000"/>
              </a:spcAft>
              <a:buNone/>
            </a:pPr>
            <a:r>
              <a:rPr lang="en" sz="1300">
                <a:solidFill>
                  <a:srgbClr val="06563A"/>
                </a:solidFill>
                <a:latin typeface="Poppins SemiBold"/>
                <a:ea typeface="Poppins SemiBold"/>
                <a:cs typeface="Poppins SemiBold"/>
                <a:sym typeface="Poppins SemiBold"/>
              </a:rPr>
              <a:t>Without a strategy, </a:t>
            </a:r>
            <a:br>
              <a:rPr lang="en" sz="1300">
                <a:solidFill>
                  <a:srgbClr val="06563A"/>
                </a:solidFill>
                <a:latin typeface="Poppins SemiBold"/>
                <a:ea typeface="Poppins SemiBold"/>
                <a:cs typeface="Poppins SemiBold"/>
                <a:sym typeface="Poppins SemiBold"/>
              </a:rPr>
            </a:br>
            <a:r>
              <a:rPr lang="en" sz="1300">
                <a:solidFill>
                  <a:srgbClr val="06563A"/>
                </a:solidFill>
                <a:latin typeface="Poppins SemiBold"/>
                <a:ea typeface="Poppins SemiBold"/>
                <a:cs typeface="Poppins SemiBold"/>
                <a:sym typeface="Poppins SemiBold"/>
              </a:rPr>
              <a:t>EVERYTHING seems important.</a:t>
            </a:r>
            <a:endParaRPr sz="800">
              <a:solidFill>
                <a:srgbClr val="06563A"/>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249"/>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4800"/>
              <a:t>FAQs &amp; </a:t>
            </a:r>
            <a:endParaRPr sz="4800"/>
          </a:p>
          <a:p>
            <a:pPr indent="0" lvl="0" marL="0" rtl="0" algn="l">
              <a:spcBef>
                <a:spcPts val="0"/>
              </a:spcBef>
              <a:spcAft>
                <a:spcPts val="0"/>
              </a:spcAft>
              <a:buNone/>
            </a:pPr>
            <a:r>
              <a:rPr lang="en" sz="4800"/>
              <a:t>Best Practices</a:t>
            </a:r>
            <a:endParaRPr sz="4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250"/>
          <p:cNvSpPr txBox="1"/>
          <p:nvPr>
            <p:ph idx="2" type="body"/>
          </p:nvPr>
        </p:nvSpPr>
        <p:spPr>
          <a:xfrm>
            <a:off x="607200" y="2248600"/>
            <a:ext cx="5698200" cy="1785900"/>
          </a:xfrm>
          <a:prstGeom prst="rect">
            <a:avLst/>
          </a:prstGeom>
        </p:spPr>
        <p:txBody>
          <a:bodyPr anchorCtr="0" anchor="t" bIns="91425" lIns="91425" spcFirstLastPara="1" rIns="91425" wrap="square" tIns="91425">
            <a:noAutofit/>
          </a:bodyPr>
          <a:lstStyle/>
          <a:p>
            <a:pPr indent="-304800" lvl="0" marL="320040" rtl="0" algn="l">
              <a:spcBef>
                <a:spcPts val="1000"/>
              </a:spcBef>
              <a:spcAft>
                <a:spcPts val="0"/>
              </a:spcAft>
              <a:buSzPts val="1200"/>
              <a:buChar char="●"/>
            </a:pPr>
            <a:r>
              <a:rPr lang="en" sz="1200"/>
              <a:t>Does everyone in your organization understand the product strategy?</a:t>
            </a:r>
            <a:endParaRPr sz="1200"/>
          </a:p>
          <a:p>
            <a:pPr indent="-304800" lvl="0" marL="320040" rtl="0" algn="l">
              <a:spcBef>
                <a:spcPts val="1000"/>
              </a:spcBef>
              <a:spcAft>
                <a:spcPts val="0"/>
              </a:spcAft>
              <a:buSzPts val="1200"/>
              <a:buChar char="●"/>
            </a:pPr>
            <a:r>
              <a:rPr lang="en" sz="1200"/>
              <a:t>Can folks recite it back to you?</a:t>
            </a:r>
            <a:endParaRPr sz="1200"/>
          </a:p>
          <a:p>
            <a:pPr indent="-304800" lvl="0" marL="320040" rtl="0" algn="l">
              <a:spcBef>
                <a:spcPts val="1000"/>
              </a:spcBef>
              <a:spcAft>
                <a:spcPts val="0"/>
              </a:spcAft>
              <a:buSzPts val="1200"/>
              <a:buChar char="●"/>
            </a:pPr>
            <a:r>
              <a:rPr lang="en" sz="1200"/>
              <a:t>Have people throughout the organization committed to the direction proposed in the product strategy?</a:t>
            </a:r>
            <a:endParaRPr sz="1200"/>
          </a:p>
          <a:p>
            <a:pPr indent="-304800" lvl="0" marL="320040" rtl="0" algn="l">
              <a:spcBef>
                <a:spcPts val="1000"/>
              </a:spcBef>
              <a:spcAft>
                <a:spcPts val="0"/>
              </a:spcAft>
              <a:buSzPts val="1200"/>
              <a:buChar char="●"/>
            </a:pPr>
            <a:r>
              <a:rPr lang="en" sz="1200"/>
              <a:t>Do we say no to things because they don’t align with our product strategy?</a:t>
            </a:r>
            <a:endParaRPr sz="1200"/>
          </a:p>
          <a:p>
            <a:pPr indent="-304800" lvl="0" marL="320040" rtl="0" algn="l">
              <a:spcBef>
                <a:spcPts val="1000"/>
              </a:spcBef>
              <a:spcAft>
                <a:spcPts val="0"/>
              </a:spcAft>
              <a:buSzPts val="1200"/>
              <a:buChar char="●"/>
            </a:pPr>
            <a:r>
              <a:rPr lang="en" sz="1200"/>
              <a:t>Is the product strategy actually used during decision making and discussions?</a:t>
            </a:r>
            <a:endParaRPr/>
          </a:p>
        </p:txBody>
      </p:sp>
      <p:sp>
        <p:nvSpPr>
          <p:cNvPr id="1385" name="Google Shape;1385;p250"/>
          <p:cNvSpPr txBox="1"/>
          <p:nvPr>
            <p:ph type="title"/>
          </p:nvPr>
        </p:nvSpPr>
        <p:spPr>
          <a:xfrm>
            <a:off x="607200" y="1000725"/>
            <a:ext cx="74226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Nail your product strategy</a:t>
            </a:r>
            <a:endParaRPr/>
          </a:p>
        </p:txBody>
      </p:sp>
      <p:sp>
        <p:nvSpPr>
          <p:cNvPr id="1386" name="Google Shape;1386;p250"/>
          <p:cNvSpPr txBox="1"/>
          <p:nvPr>
            <p:ph idx="1" type="body"/>
          </p:nvPr>
        </p:nvSpPr>
        <p:spPr>
          <a:xfrm>
            <a:off x="607200" y="1536350"/>
            <a:ext cx="6160500" cy="7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Building a product strategy is just one part of the equation - people must understand it, believe in it, and leverage it.</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251"/>
          <p:cNvSpPr txBox="1"/>
          <p:nvPr>
            <p:ph idx="2" type="body"/>
          </p:nvPr>
        </p:nvSpPr>
        <p:spPr>
          <a:xfrm>
            <a:off x="631575" y="1925925"/>
            <a:ext cx="6597000" cy="2629200"/>
          </a:xfrm>
          <a:prstGeom prst="rect">
            <a:avLst/>
          </a:prstGeom>
        </p:spPr>
        <p:txBody>
          <a:bodyPr anchorCtr="0" anchor="t" bIns="91425" lIns="91425" spcFirstLastPara="1" rIns="91425" wrap="square" tIns="91425">
            <a:noAutofit/>
          </a:bodyPr>
          <a:lstStyle/>
          <a:p>
            <a:pPr indent="-298450" lvl="0" marL="320040" rtl="0" algn="l">
              <a:spcBef>
                <a:spcPts val="1000"/>
              </a:spcBef>
              <a:spcAft>
                <a:spcPts val="0"/>
              </a:spcAft>
              <a:buSzPts val="1100"/>
              <a:buAutoNum type="arabicPeriod"/>
            </a:pPr>
            <a:r>
              <a:rPr b="1" lang="en" sz="1100"/>
              <a:t>Think!</a:t>
            </a:r>
            <a:r>
              <a:rPr lang="en" sz="1100"/>
              <a:t> A product strategy is a written or visual artifact that captures your deep consideration of the situation and how you plan to move forward to reach your vision.</a:t>
            </a:r>
            <a:endParaRPr sz="1100"/>
          </a:p>
          <a:p>
            <a:pPr indent="-298450" lvl="0" marL="320040" rtl="0" algn="l">
              <a:spcBef>
                <a:spcPts val="1000"/>
              </a:spcBef>
              <a:spcAft>
                <a:spcPts val="0"/>
              </a:spcAft>
              <a:buSzPts val="1100"/>
              <a:buAutoNum type="arabicPeriod"/>
            </a:pPr>
            <a:r>
              <a:rPr b="1" lang="en" sz="1100"/>
              <a:t>Spend time 1:1 with key stakeholders</a:t>
            </a:r>
            <a:r>
              <a:rPr lang="en" sz="1100"/>
              <a:t>. Review and get feedback over time. Ask for their input on the product strategy. Collaboration during creation makes gaining buy in much easier.</a:t>
            </a:r>
            <a:endParaRPr sz="1100"/>
          </a:p>
          <a:p>
            <a:pPr indent="-298450" lvl="0" marL="320040" rtl="0" algn="l">
              <a:spcBef>
                <a:spcPts val="1000"/>
              </a:spcBef>
              <a:spcAft>
                <a:spcPts val="0"/>
              </a:spcAft>
              <a:buSzPts val="1100"/>
              <a:buAutoNum type="arabicPeriod"/>
            </a:pPr>
            <a:r>
              <a:rPr b="1" lang="en" sz="1100"/>
              <a:t>Be an open book</a:t>
            </a:r>
            <a:r>
              <a:rPr lang="en" sz="1100"/>
              <a:t>. Share the information you are working with to create your strategy, show your thought process, ask questions you don’t have answers to.</a:t>
            </a:r>
            <a:endParaRPr sz="1100"/>
          </a:p>
          <a:p>
            <a:pPr indent="-298450" lvl="0" marL="320040" rtl="0" algn="l">
              <a:spcBef>
                <a:spcPts val="1000"/>
              </a:spcBef>
              <a:spcAft>
                <a:spcPts val="0"/>
              </a:spcAft>
              <a:buSzPts val="1100"/>
              <a:buAutoNum type="arabicPeriod"/>
            </a:pPr>
            <a:r>
              <a:rPr b="1" lang="en" sz="1100"/>
              <a:t>Show the product strategy early and often</a:t>
            </a:r>
            <a:r>
              <a:rPr lang="en" sz="1100"/>
              <a:t>, share it with people, allow them to add comments and ask questions.</a:t>
            </a:r>
            <a:endParaRPr sz="1100"/>
          </a:p>
          <a:p>
            <a:pPr indent="-298450" lvl="0" marL="320040" rtl="0" algn="l">
              <a:spcBef>
                <a:spcPts val="1000"/>
              </a:spcBef>
              <a:spcAft>
                <a:spcPts val="1000"/>
              </a:spcAft>
              <a:buSzPts val="1100"/>
              <a:buAutoNum type="arabicPeriod"/>
            </a:pPr>
            <a:r>
              <a:rPr b="1" lang="en" sz="1100"/>
              <a:t>Reference it often &amp; communicate it often. </a:t>
            </a:r>
            <a:r>
              <a:rPr lang="en" sz="1100"/>
              <a:t>Assume people have forgotten all the details you know through and through.</a:t>
            </a:r>
            <a:endParaRPr sz="1100"/>
          </a:p>
        </p:txBody>
      </p:sp>
      <p:sp>
        <p:nvSpPr>
          <p:cNvPr id="1392" name="Google Shape;1392;p251"/>
          <p:cNvSpPr txBox="1"/>
          <p:nvPr>
            <p:ph type="title"/>
          </p:nvPr>
        </p:nvSpPr>
        <p:spPr>
          <a:xfrm>
            <a:off x="607200" y="1000725"/>
            <a:ext cx="54516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 Tips to Nail Your Product Strategy </a:t>
            </a:r>
            <a:endParaRPr/>
          </a:p>
        </p:txBody>
      </p:sp>
      <p:sp>
        <p:nvSpPr>
          <p:cNvPr id="1393" name="Google Shape;1393;p251"/>
          <p:cNvSpPr txBox="1"/>
          <p:nvPr>
            <p:ph idx="1" type="body"/>
          </p:nvPr>
        </p:nvSpPr>
        <p:spPr>
          <a:xfrm>
            <a:off x="607200" y="1539525"/>
            <a:ext cx="5751300" cy="3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The following are a</a:t>
            </a:r>
            <a:r>
              <a:rPr lang="en" sz="1100"/>
              <a:t>ctions to take to ensure you nail your product strategy!</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252"/>
          <p:cNvSpPr txBox="1"/>
          <p:nvPr>
            <p:ph idx="2" type="body"/>
          </p:nvPr>
        </p:nvSpPr>
        <p:spPr>
          <a:xfrm>
            <a:off x="607200" y="2113250"/>
            <a:ext cx="6006900" cy="1785900"/>
          </a:xfrm>
          <a:prstGeom prst="rect">
            <a:avLst/>
          </a:prstGeom>
        </p:spPr>
        <p:txBody>
          <a:bodyPr anchorCtr="0" anchor="t" bIns="91425" lIns="91425" spcFirstLastPara="1" rIns="91425" wrap="square" tIns="91425">
            <a:noAutofit/>
          </a:bodyPr>
          <a:lstStyle/>
          <a:p>
            <a:pPr indent="-304800" lvl="0" marL="320040" rtl="0" algn="l">
              <a:spcBef>
                <a:spcPts val="0"/>
              </a:spcBef>
              <a:spcAft>
                <a:spcPts val="0"/>
              </a:spcAft>
              <a:buSzPts val="1200"/>
              <a:buChar char="●"/>
            </a:pPr>
            <a:r>
              <a:rPr lang="en" sz="1200"/>
              <a:t>Have your customers needs, behaviors, or priorities changed? </a:t>
            </a:r>
            <a:endParaRPr sz="1200"/>
          </a:p>
          <a:p>
            <a:pPr indent="-304800" lvl="0" marL="320040" rtl="0" algn="l">
              <a:spcBef>
                <a:spcPts val="1000"/>
              </a:spcBef>
              <a:spcAft>
                <a:spcPts val="0"/>
              </a:spcAft>
              <a:buSzPts val="1200"/>
              <a:buChar char="●"/>
            </a:pPr>
            <a:r>
              <a:rPr lang="en" sz="1200"/>
              <a:t>Have new competitors entered your market and/or changed customer expectations?</a:t>
            </a:r>
            <a:endParaRPr sz="1200"/>
          </a:p>
          <a:p>
            <a:pPr indent="-304800" lvl="0" marL="320040" rtl="0" algn="l">
              <a:spcBef>
                <a:spcPts val="1000"/>
              </a:spcBef>
              <a:spcAft>
                <a:spcPts val="0"/>
              </a:spcAft>
              <a:buSzPts val="1200"/>
              <a:buChar char="●"/>
            </a:pPr>
            <a:r>
              <a:rPr lang="en" sz="1200"/>
              <a:t>Have you encountered new or unexpected challenges on your journey?</a:t>
            </a:r>
            <a:endParaRPr sz="1200"/>
          </a:p>
          <a:p>
            <a:pPr indent="-304800" lvl="0" marL="320040" rtl="0" algn="l">
              <a:spcBef>
                <a:spcPts val="1000"/>
              </a:spcBef>
              <a:spcAft>
                <a:spcPts val="0"/>
              </a:spcAft>
              <a:buSzPts val="1200"/>
              <a:buChar char="●"/>
            </a:pPr>
            <a:r>
              <a:rPr lang="en" sz="1200"/>
              <a:t>Did you uncover new insights that you think are more important than what you were working with originally?</a:t>
            </a:r>
            <a:endParaRPr sz="1200"/>
          </a:p>
          <a:p>
            <a:pPr indent="-304800" lvl="0" marL="320040" rtl="0" algn="l">
              <a:spcBef>
                <a:spcPts val="1000"/>
              </a:spcBef>
              <a:spcAft>
                <a:spcPts val="0"/>
              </a:spcAft>
              <a:buSzPts val="1200"/>
              <a:buChar char="●"/>
            </a:pPr>
            <a:r>
              <a:rPr lang="en" sz="1200"/>
              <a:t>Are your measurements lacking confidence or actionability?</a:t>
            </a:r>
            <a:endParaRPr sz="1200"/>
          </a:p>
          <a:p>
            <a:pPr indent="-304800" lvl="0" marL="320040" rtl="0" algn="l">
              <a:spcBef>
                <a:spcPts val="1000"/>
              </a:spcBef>
              <a:spcAft>
                <a:spcPts val="1000"/>
              </a:spcAft>
              <a:buSzPts val="1200"/>
              <a:buChar char="●"/>
            </a:pPr>
            <a:r>
              <a:rPr lang="en" sz="1200"/>
              <a:t>Are you simply not reaching any measure of success? Do you see signs of failure?</a:t>
            </a:r>
            <a:endParaRPr sz="1200"/>
          </a:p>
        </p:txBody>
      </p:sp>
      <p:sp>
        <p:nvSpPr>
          <p:cNvPr id="1399" name="Google Shape;1399;p252"/>
          <p:cNvSpPr txBox="1"/>
          <p:nvPr>
            <p:ph type="title"/>
          </p:nvPr>
        </p:nvSpPr>
        <p:spPr>
          <a:xfrm>
            <a:off x="607200" y="1000725"/>
            <a:ext cx="59409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your product strategy needs to pivot</a:t>
            </a:r>
            <a:endParaRPr/>
          </a:p>
        </p:txBody>
      </p:sp>
      <p:sp>
        <p:nvSpPr>
          <p:cNvPr id="1400" name="Google Shape;1400;p252"/>
          <p:cNvSpPr txBox="1"/>
          <p:nvPr>
            <p:ph idx="1" type="body"/>
          </p:nvPr>
        </p:nvSpPr>
        <p:spPr>
          <a:xfrm>
            <a:off x="607200" y="1536350"/>
            <a:ext cx="50328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Sometimes things go sideways, that’s normal. We can’t predict the future, but we can anticipate, look for, and be prepared for change.</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253"/>
          <p:cNvSpPr txBox="1"/>
          <p:nvPr>
            <p:ph idx="2" type="body"/>
          </p:nvPr>
        </p:nvSpPr>
        <p:spPr>
          <a:xfrm>
            <a:off x="631575" y="1925925"/>
            <a:ext cx="7385700" cy="2629200"/>
          </a:xfrm>
          <a:prstGeom prst="rect">
            <a:avLst/>
          </a:prstGeom>
        </p:spPr>
        <p:txBody>
          <a:bodyPr anchorCtr="0" anchor="t" bIns="91425" lIns="91425" spcFirstLastPara="1" rIns="91425" wrap="square" tIns="91425">
            <a:noAutofit/>
          </a:bodyPr>
          <a:lstStyle/>
          <a:p>
            <a:pPr indent="-304800" lvl="0" marL="320040" rtl="0" algn="l">
              <a:spcBef>
                <a:spcPts val="1000"/>
              </a:spcBef>
              <a:spcAft>
                <a:spcPts val="0"/>
              </a:spcAft>
              <a:buSzPts val="1200"/>
              <a:buAutoNum type="arabicPeriod"/>
            </a:pPr>
            <a:r>
              <a:rPr b="1" lang="en" sz="1200"/>
              <a:t>Know your customers deeply.</a:t>
            </a:r>
            <a:r>
              <a:rPr lang="en" sz="1200"/>
              <a:t> Shadow them, spend time in product analytics, conduct interviews, join sales calls. Anticipate changing needs over time so you can adjust your product strategy as needed.</a:t>
            </a:r>
            <a:endParaRPr sz="1200"/>
          </a:p>
          <a:p>
            <a:pPr indent="-304800" lvl="0" marL="320040" rtl="0" algn="l">
              <a:spcBef>
                <a:spcPts val="1000"/>
              </a:spcBef>
              <a:spcAft>
                <a:spcPts val="0"/>
              </a:spcAft>
              <a:buSzPts val="1200"/>
              <a:buAutoNum type="arabicPeriod"/>
            </a:pPr>
            <a:r>
              <a:rPr b="1" lang="en" sz="1200"/>
              <a:t>Stay informed on the market.</a:t>
            </a:r>
            <a:r>
              <a:rPr lang="en" sz="1200"/>
              <a:t> Subscribe to key industry news sources, pay attention to legal/regulatory changes, stay aware of competitors. Ask peers in your organization for tips on how to stay informed.</a:t>
            </a:r>
            <a:endParaRPr sz="1200"/>
          </a:p>
          <a:p>
            <a:pPr indent="-304800" lvl="0" marL="320040" rtl="0" algn="l">
              <a:spcBef>
                <a:spcPts val="1000"/>
              </a:spcBef>
              <a:spcAft>
                <a:spcPts val="0"/>
              </a:spcAft>
              <a:buSzPts val="1200"/>
              <a:buAutoNum type="arabicPeriod"/>
            </a:pPr>
            <a:r>
              <a:rPr b="1" lang="en" sz="1200"/>
              <a:t>Doing the right thing &gt; Being right.</a:t>
            </a:r>
            <a:r>
              <a:rPr lang="en" sz="1200"/>
              <a:t> Set your ego aside and admit when you’re wrong. Don’t go down with a sinking ship. Accept new information and modify your approach as needed.</a:t>
            </a:r>
            <a:endParaRPr sz="1200"/>
          </a:p>
          <a:p>
            <a:pPr indent="-304800" lvl="0" marL="320040" rtl="0" algn="l">
              <a:spcBef>
                <a:spcPts val="1000"/>
              </a:spcBef>
              <a:spcAft>
                <a:spcPts val="1000"/>
              </a:spcAft>
              <a:buSzPts val="1200"/>
              <a:buAutoNum type="arabicPeriod"/>
            </a:pPr>
            <a:r>
              <a:rPr b="1" lang="en" sz="1200"/>
              <a:t>Notice when stakeholders are losing confidence</a:t>
            </a:r>
            <a:r>
              <a:rPr lang="en" sz="1200"/>
              <a:t> in the strategy and get curious. Find out why. Decide how/if to pivot. Avoid the temptation to stick it out because of the sunk cost.</a:t>
            </a:r>
            <a:endParaRPr sz="1200"/>
          </a:p>
        </p:txBody>
      </p:sp>
      <p:sp>
        <p:nvSpPr>
          <p:cNvPr id="1406" name="Google Shape;1406;p253"/>
          <p:cNvSpPr txBox="1"/>
          <p:nvPr>
            <p:ph type="title"/>
          </p:nvPr>
        </p:nvSpPr>
        <p:spPr>
          <a:xfrm>
            <a:off x="607200" y="1000725"/>
            <a:ext cx="6281400" cy="5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 Tips: Pivoting Your Product Strategy</a:t>
            </a:r>
            <a:endParaRPr/>
          </a:p>
        </p:txBody>
      </p:sp>
      <p:sp>
        <p:nvSpPr>
          <p:cNvPr id="1407" name="Google Shape;1407;p253"/>
          <p:cNvSpPr txBox="1"/>
          <p:nvPr>
            <p:ph idx="1" type="body"/>
          </p:nvPr>
        </p:nvSpPr>
        <p:spPr>
          <a:xfrm>
            <a:off x="607200" y="1539525"/>
            <a:ext cx="5751300" cy="3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t>Actions to ensure you successfully pivot your product strategy when necessary:</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254"/>
          <p:cNvSpPr txBox="1"/>
          <p:nvPr>
            <p:ph type="title"/>
          </p:nvPr>
        </p:nvSpPr>
        <p:spPr>
          <a:xfrm>
            <a:off x="905186" y="780371"/>
            <a:ext cx="6251100" cy="1900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4800"/>
              <a:t>Product Strategy Sample: Zoom</a:t>
            </a:r>
            <a:endParaRPr sz="4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255"/>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graphicFrame>
        <p:nvGraphicFramePr>
          <p:cNvPr id="1418" name="Google Shape;1418;p255"/>
          <p:cNvGraphicFramePr/>
          <p:nvPr/>
        </p:nvGraphicFramePr>
        <p:xfrm>
          <a:off x="900213" y="1375188"/>
          <a:ext cx="3000000" cy="3000000"/>
        </p:xfrm>
        <a:graphic>
          <a:graphicData uri="http://schemas.openxmlformats.org/drawingml/2006/table">
            <a:tbl>
              <a:tblPr>
                <a:noFill/>
                <a:tableStyleId>{464D41AA-D2DC-4DD0-833B-0490B6759500}</a:tableStyleId>
              </a:tblPr>
              <a:tblGrid>
                <a:gridCol w="1382100"/>
                <a:gridCol w="6009300"/>
              </a:tblGrid>
              <a:tr h="74425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What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000">
                          <a:latin typeface="Lato"/>
                          <a:ea typeface="Lato"/>
                          <a:cs typeface="Lato"/>
                          <a:sym typeface="Lato"/>
                        </a:rPr>
                        <a:t>Zoom aims to provide seamless and reliable video communication and collaboration to individuals and organizations globally.</a:t>
                      </a:r>
                      <a:endParaRPr sz="10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895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Who</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000">
                          <a:latin typeface="Lato"/>
                          <a:ea typeface="Lato"/>
                          <a:cs typeface="Lato"/>
                          <a:sym typeface="Lato"/>
                        </a:rPr>
                        <a:t>Our target audience is remote teams and businesses of all sizes looking for a secure and user-friendly platform for virtual meetings, webinars, and collaboration.</a:t>
                      </a:r>
                      <a:endParaRPr sz="10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63620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Why</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000">
                          <a:latin typeface="Lato"/>
                          <a:ea typeface="Lato"/>
                          <a:cs typeface="Lato"/>
                          <a:sym typeface="Lato"/>
                        </a:rPr>
                        <a:t>The current global shift towards remote work and the increased need for virtual communication make now the ideal time to offer our solution.</a:t>
                      </a:r>
                      <a:endParaRPr sz="10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
        <p:nvSpPr>
          <p:cNvPr id="1419" name="Google Shape;1419;p255"/>
          <p:cNvSpPr txBox="1"/>
          <p:nvPr/>
        </p:nvSpPr>
        <p:spPr>
          <a:xfrm>
            <a:off x="752175" y="3797100"/>
            <a:ext cx="7687500" cy="84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Lato"/>
                <a:ea typeface="Lato"/>
                <a:cs typeface="Lato"/>
                <a:sym typeface="Lato"/>
              </a:rPr>
              <a:t>Vision Statement: </a:t>
            </a:r>
            <a:r>
              <a:rPr lang="en" sz="1200">
                <a:latin typeface="Lato"/>
                <a:ea typeface="Lato"/>
                <a:cs typeface="Lato"/>
                <a:sym typeface="Lato"/>
              </a:rPr>
              <a:t>Zoom aims to provide seamless and reliable video communication and collaboration for remote teams and businesses. Targeting a secure and user-friendly platform for virtual meetings, webinars, and collaboration, Zoom sees opportunity in the current trend towards remote work and increased demand for virtual communication. </a:t>
            </a:r>
            <a:endParaRPr sz="1200">
              <a:latin typeface="Lato"/>
              <a:ea typeface="Lato"/>
              <a:cs typeface="Lato"/>
              <a:sym typeface="Lato"/>
            </a:endParaRPr>
          </a:p>
        </p:txBody>
      </p:sp>
      <p:sp>
        <p:nvSpPr>
          <p:cNvPr id="1420" name="Google Shape;1420;p255"/>
          <p:cNvSpPr txBox="1"/>
          <p:nvPr>
            <p:ph type="title"/>
          </p:nvPr>
        </p:nvSpPr>
        <p:spPr>
          <a:xfrm>
            <a:off x="903027" y="684025"/>
            <a:ext cx="7516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Vision</a:t>
            </a:r>
            <a:endParaRPr/>
          </a:p>
        </p:txBody>
      </p:sp>
      <p:sp>
        <p:nvSpPr>
          <p:cNvPr id="1421" name="Google Shape;1421;p255"/>
          <p:cNvSpPr txBox="1"/>
          <p:nvPr>
            <p:ph idx="3" type="title"/>
          </p:nvPr>
        </p:nvSpPr>
        <p:spPr>
          <a:xfrm>
            <a:off x="903027" y="436275"/>
            <a:ext cx="25257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256"/>
          <p:cNvSpPr txBox="1"/>
          <p:nvPr>
            <p:ph type="title"/>
          </p:nvPr>
        </p:nvSpPr>
        <p:spPr>
          <a:xfrm>
            <a:off x="903027" y="684025"/>
            <a:ext cx="7516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Insights</a:t>
            </a:r>
            <a:endParaRPr/>
          </a:p>
        </p:txBody>
      </p:sp>
      <p:sp>
        <p:nvSpPr>
          <p:cNvPr id="1427" name="Google Shape;1427;p256"/>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428" name="Google Shape;1428;p256"/>
          <p:cNvSpPr txBox="1"/>
          <p:nvPr>
            <p:ph idx="3" type="title"/>
          </p:nvPr>
        </p:nvSpPr>
        <p:spPr>
          <a:xfrm>
            <a:off x="903027" y="436275"/>
            <a:ext cx="25257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graphicFrame>
        <p:nvGraphicFramePr>
          <p:cNvPr id="1429" name="Google Shape;1429;p256"/>
          <p:cNvGraphicFramePr/>
          <p:nvPr/>
        </p:nvGraphicFramePr>
        <p:xfrm>
          <a:off x="903013" y="1425363"/>
          <a:ext cx="3000000" cy="3000000"/>
        </p:xfrm>
        <a:graphic>
          <a:graphicData uri="http://schemas.openxmlformats.org/drawingml/2006/table">
            <a:tbl>
              <a:tblPr>
                <a:noFill/>
                <a:tableStyleId>{464D41AA-D2DC-4DD0-833B-0490B6759500}</a:tableStyleId>
              </a:tblPr>
              <a:tblGrid>
                <a:gridCol w="1385100"/>
                <a:gridCol w="6255175"/>
              </a:tblGrid>
              <a:tr h="68830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Competitors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Microsoft Teams, Google Meet, BlueJeans, WebEx, and other video conferencing tools.</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68830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Market Insight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The video conferencing market is growing with a CAGR of 9.2% and is expected to reach $16.4 billion by 2023.</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9235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Market Trends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Remote work and the increased need for virtual communication are driving the growth of the video conferencing market.</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13244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Customer Insights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Customers want a platform that is reliable, secure, and offers a seamless user experience with features such as screen sharing, recording, and virtual backgrounds. Some user persona examples:</a:t>
                      </a:r>
                      <a:endParaRPr sz="1100">
                        <a:latin typeface="Lato"/>
                        <a:ea typeface="Lato"/>
                        <a:cs typeface="Lato"/>
                        <a:sym typeface="Lato"/>
                      </a:endParaRPr>
                    </a:p>
                    <a:p>
                      <a:pPr indent="0" lvl="0" marL="0" rtl="0" algn="l">
                        <a:spcBef>
                          <a:spcPts val="0"/>
                        </a:spcBef>
                        <a:spcAft>
                          <a:spcPts val="0"/>
                        </a:spcAft>
                        <a:buNone/>
                      </a:pPr>
                      <a:r>
                        <a:t/>
                      </a:r>
                      <a:endParaRPr sz="800">
                        <a:latin typeface="Lato"/>
                        <a:ea typeface="Lato"/>
                        <a:cs typeface="Lato"/>
                        <a:sym typeface="Lato"/>
                      </a:endParaRPr>
                    </a:p>
                    <a:p>
                      <a:pPr indent="-298450" lvl="0" marL="457200" rtl="0" algn="l">
                        <a:spcBef>
                          <a:spcPts val="0"/>
                        </a:spcBef>
                        <a:spcAft>
                          <a:spcPts val="0"/>
                        </a:spcAft>
                        <a:buSzPts val="1100"/>
                        <a:buFont typeface="Lato"/>
                        <a:buChar char="●"/>
                      </a:pPr>
                      <a:r>
                        <a:rPr b="1" lang="en" sz="1100">
                          <a:latin typeface="Lato"/>
                          <a:ea typeface="Lato"/>
                          <a:cs typeface="Lato"/>
                          <a:sym typeface="Lato"/>
                        </a:rPr>
                        <a:t>Busy remote team manager "Jane," </a:t>
                      </a:r>
                      <a:r>
                        <a:rPr lang="en" sz="1100">
                          <a:latin typeface="Lato"/>
                          <a:ea typeface="Lato"/>
                          <a:cs typeface="Lato"/>
                          <a:sym typeface="Lato"/>
                        </a:rPr>
                        <a:t>prioritizes ease of use, security, and features like screen sharing and virtual backgrounds for virtual team meetings.</a:t>
                      </a:r>
                      <a:endParaRPr sz="1100">
                        <a:latin typeface="Lato"/>
                        <a:ea typeface="Lato"/>
                        <a:cs typeface="Lato"/>
                        <a:sym typeface="Lato"/>
                      </a:endParaRPr>
                    </a:p>
                    <a:p>
                      <a:pPr indent="-298450" lvl="0" marL="457200" rtl="0" algn="l">
                        <a:spcBef>
                          <a:spcPts val="0"/>
                        </a:spcBef>
                        <a:spcAft>
                          <a:spcPts val="0"/>
                        </a:spcAft>
                        <a:buSzPts val="1100"/>
                        <a:buFont typeface="Lato"/>
                        <a:buChar char="●"/>
                      </a:pPr>
                      <a:r>
                        <a:rPr b="1" lang="en" sz="1100">
                          <a:latin typeface="Lato"/>
                          <a:ea typeface="Lato"/>
                          <a:cs typeface="Lato"/>
                          <a:sym typeface="Lato"/>
                        </a:rPr>
                        <a:t>Small business owner "John," </a:t>
                      </a:r>
                      <a:r>
                        <a:rPr lang="en" sz="1100">
                          <a:latin typeface="Lato"/>
                          <a:ea typeface="Lato"/>
                          <a:cs typeface="Lato"/>
                          <a:sym typeface="Lato"/>
                        </a:rPr>
                        <a:t>who is looking for an affordable, reliable, and user-friendly solution for virtual client meetings and webinars.</a:t>
                      </a:r>
                      <a:endParaRPr sz="13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257"/>
          <p:cNvSpPr txBox="1"/>
          <p:nvPr>
            <p:ph type="title"/>
          </p:nvPr>
        </p:nvSpPr>
        <p:spPr>
          <a:xfrm>
            <a:off x="923900" y="684025"/>
            <a:ext cx="32898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1435" name="Google Shape;1435;p257"/>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436" name="Google Shape;1436;p257"/>
          <p:cNvSpPr txBox="1"/>
          <p:nvPr>
            <p:ph idx="3" type="title"/>
          </p:nvPr>
        </p:nvSpPr>
        <p:spPr>
          <a:xfrm>
            <a:off x="923900" y="436275"/>
            <a:ext cx="15741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graphicFrame>
        <p:nvGraphicFramePr>
          <p:cNvPr id="1437" name="Google Shape;1437;p257"/>
          <p:cNvGraphicFramePr/>
          <p:nvPr/>
        </p:nvGraphicFramePr>
        <p:xfrm>
          <a:off x="923888" y="1493788"/>
          <a:ext cx="3000000" cy="3000000"/>
        </p:xfrm>
        <a:graphic>
          <a:graphicData uri="http://schemas.openxmlformats.org/drawingml/2006/table">
            <a:tbl>
              <a:tblPr>
                <a:noFill/>
                <a:tableStyleId>{464D41AA-D2DC-4DD0-833B-0490B6759500}</a:tableStyleId>
              </a:tblPr>
              <a:tblGrid>
                <a:gridCol w="1378125"/>
                <a:gridCol w="6241275"/>
              </a:tblGrid>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Technical</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Ensuring the platform is secure, scalable, and able to handle a large volume of concurrent users.</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Customer Pain Points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Providing a platform that is easy to use and has a low learning curve.</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GTM Risks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Competition in the market is fierce and we need to ensure our platform stands out and is able to attract and retain customers.</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Legal </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Ensuring compliance with data privacy and security regulations and standards such as HIPAA and GDPR.</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258"/>
          <p:cNvSpPr txBox="1"/>
          <p:nvPr>
            <p:ph type="title"/>
          </p:nvPr>
        </p:nvSpPr>
        <p:spPr>
          <a:xfrm>
            <a:off x="910451" y="684025"/>
            <a:ext cx="36615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Approaches</a:t>
            </a:r>
            <a:endParaRPr/>
          </a:p>
        </p:txBody>
      </p:sp>
      <p:sp>
        <p:nvSpPr>
          <p:cNvPr id="1443" name="Google Shape;1443;p258"/>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444" name="Google Shape;1444;p258"/>
          <p:cNvSpPr txBox="1"/>
          <p:nvPr>
            <p:ph idx="3" type="title"/>
          </p:nvPr>
        </p:nvSpPr>
        <p:spPr>
          <a:xfrm>
            <a:off x="910452" y="436275"/>
            <a:ext cx="25230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graphicFrame>
        <p:nvGraphicFramePr>
          <p:cNvPr id="1445" name="Google Shape;1445;p258"/>
          <p:cNvGraphicFramePr/>
          <p:nvPr/>
        </p:nvGraphicFramePr>
        <p:xfrm>
          <a:off x="910438" y="1493788"/>
          <a:ext cx="3000000" cy="3000000"/>
        </p:xfrm>
        <a:graphic>
          <a:graphicData uri="http://schemas.openxmlformats.org/drawingml/2006/table">
            <a:tbl>
              <a:tblPr>
                <a:noFill/>
                <a:tableStyleId>{464D41AA-D2DC-4DD0-833B-0490B6759500}</a:tableStyleId>
              </a:tblPr>
              <a:tblGrid>
                <a:gridCol w="1380625"/>
                <a:gridCol w="6252225"/>
              </a:tblGrid>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Approach</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We  will take a multi-prong approach in our product strategy. This approach includes:</a:t>
                      </a:r>
                      <a:endParaRPr sz="1100">
                        <a:latin typeface="Lato"/>
                        <a:ea typeface="Lato"/>
                        <a:cs typeface="Lato"/>
                        <a:sym typeface="Lato"/>
                      </a:endParaRPr>
                    </a:p>
                    <a:p>
                      <a:pPr indent="-298450" lvl="0" marL="457200" rtl="0" algn="l">
                        <a:spcBef>
                          <a:spcPts val="0"/>
                        </a:spcBef>
                        <a:spcAft>
                          <a:spcPts val="0"/>
                        </a:spcAft>
                        <a:buSzPts val="1100"/>
                        <a:buFont typeface="Lato"/>
                        <a:buAutoNum type="arabicPeriod"/>
                      </a:pPr>
                      <a:r>
                        <a:rPr lang="en" sz="1100">
                          <a:latin typeface="Lato"/>
                          <a:ea typeface="Lato"/>
                          <a:cs typeface="Lato"/>
                          <a:sym typeface="Lato"/>
                        </a:rPr>
                        <a:t>Focusing on providing a reliable and secure platform with a seamless user experience and features that meet customer needs.</a:t>
                      </a:r>
                      <a:endParaRPr sz="1100">
                        <a:latin typeface="Lato"/>
                        <a:ea typeface="Lato"/>
                        <a:cs typeface="Lato"/>
                        <a:sym typeface="Lato"/>
                      </a:endParaRPr>
                    </a:p>
                    <a:p>
                      <a:pPr indent="-298450" lvl="0" marL="457200" rtl="0" algn="l">
                        <a:spcBef>
                          <a:spcPts val="0"/>
                        </a:spcBef>
                        <a:spcAft>
                          <a:spcPts val="0"/>
                        </a:spcAft>
                        <a:buSzPts val="1100"/>
                        <a:buFont typeface="Lato"/>
                        <a:buAutoNum type="arabicPeriod"/>
                      </a:pPr>
                      <a:r>
                        <a:rPr lang="en" sz="1100">
                          <a:latin typeface="Lato"/>
                          <a:ea typeface="Lato"/>
                          <a:cs typeface="Lato"/>
                          <a:sym typeface="Lato"/>
                        </a:rPr>
                        <a:t>Investing in infrastructure and technology to overcome technical challenges and ensure scalability.</a:t>
                      </a:r>
                      <a:endParaRPr sz="1100">
                        <a:latin typeface="Lato"/>
                        <a:ea typeface="Lato"/>
                        <a:cs typeface="Lato"/>
                        <a:sym typeface="Lato"/>
                      </a:endParaRPr>
                    </a:p>
                    <a:p>
                      <a:pPr indent="-298450" lvl="0" marL="457200" rtl="0" algn="l">
                        <a:spcBef>
                          <a:spcPts val="0"/>
                        </a:spcBef>
                        <a:spcAft>
                          <a:spcPts val="0"/>
                        </a:spcAft>
                        <a:buSzPts val="1100"/>
                        <a:buFont typeface="Lato"/>
                        <a:buAutoNum type="arabicPeriod"/>
                      </a:pPr>
                      <a:r>
                        <a:rPr lang="en" sz="1100">
                          <a:latin typeface="Lato"/>
                          <a:ea typeface="Lato"/>
                          <a:cs typeface="Lato"/>
                          <a:sym typeface="Lato"/>
                        </a:rPr>
                        <a:t>Offering an intuitive user interface, extensive support, and continuous product improvement based on customer feedback to address customer pain points.</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Overcome Challenges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Invest in infrastructure and technology to ensure the platform is scalable and able to handle a large volume of concurrent users. To address pain points we will offer an intuitive UX, extensive support and training materials.</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Do’s &amp; Don’t</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We will NOT </a:t>
                      </a:r>
                      <a:r>
                        <a:rPr lang="en" sz="1100">
                          <a:latin typeface="Lato"/>
                          <a:ea typeface="Lato"/>
                          <a:cs typeface="Lato"/>
                          <a:sym typeface="Lato"/>
                        </a:rPr>
                        <a:t>address legal challenges till the last minute. We will ensure compliance with data privacy and security regulations and standards and offer robust security features to protect customer data</a:t>
                      </a:r>
                      <a:endParaRPr sz="1100">
                        <a:latin typeface="Lato"/>
                        <a:ea typeface="Lato"/>
                        <a:cs typeface="Lato"/>
                        <a:sym typeface="Lato"/>
                      </a:endParaRPr>
                    </a:p>
                    <a:p>
                      <a:pPr indent="0" lvl="0" marL="0" rtl="0" algn="l">
                        <a:spcBef>
                          <a:spcPts val="0"/>
                        </a:spcBef>
                        <a:spcAft>
                          <a:spcPts val="0"/>
                        </a:spcAft>
                        <a:buNone/>
                      </a:pPr>
                      <a:r>
                        <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259"/>
          <p:cNvSpPr txBox="1"/>
          <p:nvPr>
            <p:ph type="title"/>
          </p:nvPr>
        </p:nvSpPr>
        <p:spPr>
          <a:xfrm>
            <a:off x="921951" y="684025"/>
            <a:ext cx="3633900" cy="42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Accountability</a:t>
            </a:r>
            <a:endParaRPr/>
          </a:p>
        </p:txBody>
      </p:sp>
      <p:sp>
        <p:nvSpPr>
          <p:cNvPr id="1451" name="Google Shape;1451;p259"/>
          <p:cNvSpPr txBox="1"/>
          <p:nvPr>
            <p:ph idx="2" type="title"/>
          </p:nvPr>
        </p:nvSpPr>
        <p:spPr>
          <a:xfrm>
            <a:off x="5253575" y="421575"/>
            <a:ext cx="3289800" cy="299100"/>
          </a:xfrm>
          <a:prstGeom prst="rect">
            <a:avLst/>
          </a:prstGeom>
        </p:spPr>
        <p:txBody>
          <a:bodyPr anchorCtr="0" anchor="b" bIns="45700" lIns="91425" spcFirstLastPara="1" rIns="91425" wrap="square" tIns="91425">
            <a:noAutofit/>
          </a:bodyPr>
          <a:lstStyle/>
          <a:p>
            <a:pPr indent="0" lvl="0" marL="0" rtl="0" algn="r">
              <a:spcBef>
                <a:spcPts val="0"/>
              </a:spcBef>
              <a:spcAft>
                <a:spcPts val="0"/>
              </a:spcAft>
              <a:buNone/>
            </a:pPr>
            <a:r>
              <a:rPr lang="en"/>
              <a:t>Product name</a:t>
            </a:r>
            <a:endParaRPr/>
          </a:p>
        </p:txBody>
      </p:sp>
      <p:sp>
        <p:nvSpPr>
          <p:cNvPr id="1452" name="Google Shape;1452;p259"/>
          <p:cNvSpPr txBox="1"/>
          <p:nvPr>
            <p:ph idx="3" type="title"/>
          </p:nvPr>
        </p:nvSpPr>
        <p:spPr>
          <a:xfrm>
            <a:off x="921950" y="436275"/>
            <a:ext cx="3633900" cy="2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 Strategy Template</a:t>
            </a:r>
            <a:endParaRPr/>
          </a:p>
        </p:txBody>
      </p:sp>
      <p:graphicFrame>
        <p:nvGraphicFramePr>
          <p:cNvPr id="1453" name="Google Shape;1453;p259"/>
          <p:cNvGraphicFramePr/>
          <p:nvPr/>
        </p:nvGraphicFramePr>
        <p:xfrm>
          <a:off x="921938" y="1493788"/>
          <a:ext cx="3000000" cy="3000000"/>
        </p:xfrm>
        <a:graphic>
          <a:graphicData uri="http://schemas.openxmlformats.org/drawingml/2006/table">
            <a:tbl>
              <a:tblPr>
                <a:noFill/>
                <a:tableStyleId>{464D41AA-D2DC-4DD0-833B-0490B6759500}</a:tableStyleId>
              </a:tblPr>
              <a:tblGrid>
                <a:gridCol w="1233450"/>
                <a:gridCol w="3347925"/>
                <a:gridCol w="3040000"/>
              </a:tblGrid>
              <a:tr h="1306950">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Metrics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1100">
                          <a:latin typeface="Lato"/>
                          <a:ea typeface="Lato"/>
                          <a:cs typeface="Lato"/>
                          <a:sym typeface="Lato"/>
                        </a:rPr>
                        <a:t>Our success will be measured by user adoption, customer satisfaction, and revenue growth.</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Lato"/>
                          <a:ea typeface="Lato"/>
                          <a:cs typeface="Lato"/>
                          <a:sym typeface="Lato"/>
                        </a:rPr>
                        <a:t>Our goal is to achieve a user base of 50 million monthly active users and a revenue growth rate of 30% in the next year.</a:t>
                      </a:r>
                      <a:endParaRPr sz="1100">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solidFill>
                      <a:prstDash val="solid"/>
                      <a:round/>
                      <a:headEnd len="sm" w="sm" type="none"/>
                      <a:tailEnd len="sm" w="sm" type="none"/>
                    </a:lnB>
                  </a:tcPr>
                </a:tc>
              </a:tr>
              <a:tr h="766975">
                <a:tc>
                  <a:txBody>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Notes</a:t>
                      </a:r>
                      <a:endParaRPr sz="1000">
                        <a:solidFill>
                          <a:srgbClr val="3C4856"/>
                        </a:solidFill>
                        <a:latin typeface="Poppins SemiBold"/>
                        <a:ea typeface="Poppins SemiBold"/>
                        <a:cs typeface="Poppins SemiBold"/>
                        <a:sym typeface="Poppins SemiBold"/>
                      </a:endParaRPr>
                    </a:p>
                  </a:txBody>
                  <a:tcPr marT="91425" marB="91425" marR="91425" marL="91425" anchor="ctr">
                    <a:lnL cap="flat" cmpd="sng" w="38100">
                      <a:solidFill>
                        <a:schemeClr val="lt1">
                          <a:alpha val="0"/>
                        </a:schemeClr>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5F5F5"/>
                    </a:solidFill>
                  </a:tcPr>
                </a:tc>
                <a:tc gridSpan="2">
                  <a:txBody>
                    <a:bodyPr/>
                    <a:lstStyle/>
                    <a:p>
                      <a:pPr indent="0" lvl="0" marL="0" rtl="0" algn="l">
                        <a:spcBef>
                          <a:spcPts val="0"/>
                        </a:spcBef>
                        <a:spcAft>
                          <a:spcPts val="0"/>
                        </a:spcAft>
                        <a:buNone/>
                      </a:pPr>
                      <a:r>
                        <a:t/>
                      </a:r>
                      <a:endParaRPr sz="1000">
                        <a:solidFill>
                          <a:srgbClr val="3C4856"/>
                        </a:solidFill>
                        <a:latin typeface="Lato"/>
                        <a:ea typeface="Lato"/>
                        <a:cs typeface="Lato"/>
                        <a:sym typeface="Lato"/>
                      </a:endParaRPr>
                    </a:p>
                  </a:txBody>
                  <a:tcPr marT="91425" marB="91425" marR="91425" marL="182875" anchor="ctr">
                    <a:lnL cap="flat" cmpd="sng" w="38100">
                      <a:solidFill>
                        <a:schemeClr val="lt1"/>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hMerge="1"/>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260"/>
          <p:cNvSpPr txBox="1"/>
          <p:nvPr>
            <p:ph type="title"/>
          </p:nvPr>
        </p:nvSpPr>
        <p:spPr>
          <a:xfrm>
            <a:off x="606900" y="538425"/>
            <a:ext cx="7929600" cy="429600"/>
          </a:xfrm>
          <a:prstGeom prst="rect">
            <a:avLst/>
          </a:prstGeom>
        </p:spPr>
        <p:txBody>
          <a:bodyPr anchorCtr="0" anchor="t" bIns="91425" lIns="91425" spcFirstLastPara="1" rIns="91425" wrap="square" tIns="91425">
            <a:noAutofit/>
          </a:bodyPr>
          <a:lstStyle/>
          <a:p>
            <a:pPr indent="0" lvl="0" marL="0" rtl="0" algn="l">
              <a:spcBef>
                <a:spcPts val="2000"/>
              </a:spcBef>
              <a:spcAft>
                <a:spcPts val="600"/>
              </a:spcAft>
              <a:buNone/>
            </a:pPr>
            <a:r>
              <a:rPr lang="en"/>
              <a:t>More Resources!</a:t>
            </a:r>
            <a:endParaRPr/>
          </a:p>
        </p:txBody>
      </p:sp>
      <p:sp>
        <p:nvSpPr>
          <p:cNvPr id="1459" name="Google Shape;1459;p260"/>
          <p:cNvSpPr txBox="1"/>
          <p:nvPr>
            <p:ph idx="1" type="body"/>
          </p:nvPr>
        </p:nvSpPr>
        <p:spPr>
          <a:xfrm>
            <a:off x="606900" y="1258025"/>
            <a:ext cx="3164700" cy="13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Learn how to: </a:t>
            </a:r>
            <a:r>
              <a:rPr b="1" lang="en" sz="1300" u="sng">
                <a:solidFill>
                  <a:schemeClr val="hlink"/>
                </a:solidFill>
                <a:hlinkClick r:id="rId3"/>
              </a:rPr>
              <a:t>Build a Compelling Product Vision</a:t>
            </a:r>
            <a:endParaRPr b="1" sz="1300"/>
          </a:p>
          <a:p>
            <a:pPr indent="0" lvl="0" marL="0" rtl="0" algn="l">
              <a:lnSpc>
                <a:spcPct val="100000"/>
              </a:lnSpc>
              <a:spcBef>
                <a:spcPts val="1000"/>
              </a:spcBef>
              <a:spcAft>
                <a:spcPts val="0"/>
              </a:spcAft>
              <a:buNone/>
            </a:pPr>
            <a:r>
              <a:rPr lang="en" sz="1100"/>
              <a:t>Or, dive deeper into Product Management with our </a:t>
            </a:r>
            <a:r>
              <a:rPr lang="en" sz="1100" u="sng">
                <a:solidFill>
                  <a:schemeClr val="dk2"/>
                </a:solidFill>
                <a:hlinkClick r:id="rId4">
                  <a:extLst>
                    <a:ext uri="{A12FA001-AC4F-418D-AE19-62706E023703}">
                      <ahyp:hlinkClr val="tx"/>
                    </a:ext>
                  </a:extLst>
                </a:hlinkClick>
              </a:rPr>
              <a:t>resource collection.</a:t>
            </a:r>
            <a:endParaRPr sz="1200"/>
          </a:p>
          <a:p>
            <a:pPr indent="0" lvl="0" marL="0" rtl="0" algn="l">
              <a:lnSpc>
                <a:spcPct val="100000"/>
              </a:lnSpc>
              <a:spcBef>
                <a:spcPts val="500"/>
              </a:spcBef>
              <a:spcAft>
                <a:spcPts val="0"/>
              </a:spcAft>
              <a:buNone/>
            </a:pPr>
            <a:r>
              <a:t/>
            </a:r>
            <a:endParaRPr/>
          </a:p>
          <a:p>
            <a:pPr indent="0" lvl="0" marL="0" rtl="0" algn="l">
              <a:lnSpc>
                <a:spcPct val="100000"/>
              </a:lnSpc>
              <a:spcBef>
                <a:spcPts val="500"/>
              </a:spcBef>
              <a:spcAft>
                <a:spcPts val="0"/>
              </a:spcAft>
              <a:buNone/>
            </a:pPr>
            <a:r>
              <a:rPr lang="en" sz="1200"/>
              <a:t>Share your feedback on this </a:t>
            </a:r>
            <a:r>
              <a:rPr lang="en" sz="1200" u="sng">
                <a:solidFill>
                  <a:schemeClr val="dk2"/>
                </a:solidFill>
                <a:hlinkClick r:id="rId5">
                  <a:extLst>
                    <a:ext uri="{A12FA001-AC4F-418D-AE19-62706E023703}">
                      <ahyp:hlinkClr val="tx"/>
                    </a:ext>
                  </a:extLst>
                </a:hlinkClick>
              </a:rPr>
              <a:t>template here.</a:t>
            </a:r>
            <a:endParaRPr/>
          </a:p>
          <a:p>
            <a:pPr indent="0" lvl="0" marL="0" rtl="0" algn="l">
              <a:spcBef>
                <a:spcPts val="500"/>
              </a:spcBef>
              <a:spcAft>
                <a:spcPts val="1000"/>
              </a:spcAft>
              <a:buNone/>
            </a:pPr>
            <a:r>
              <a:t/>
            </a:r>
            <a:endParaRPr/>
          </a:p>
        </p:txBody>
      </p:sp>
      <p:pic>
        <p:nvPicPr>
          <p:cNvPr id="1460" name="Google Shape;1460;p260">
            <a:hlinkClick r:id="rId6"/>
          </p:cNvPr>
          <p:cNvPicPr preferRelativeResize="0"/>
          <p:nvPr/>
        </p:nvPicPr>
        <p:blipFill>
          <a:blip r:embed="rId7">
            <a:alphaModFix/>
          </a:blip>
          <a:stretch>
            <a:fillRect/>
          </a:stretch>
        </p:blipFill>
        <p:spPr>
          <a:xfrm>
            <a:off x="2952621" y="3401333"/>
            <a:ext cx="275682" cy="275693"/>
          </a:xfrm>
          <a:prstGeom prst="rect">
            <a:avLst/>
          </a:prstGeom>
          <a:noFill/>
          <a:ln>
            <a:noFill/>
          </a:ln>
        </p:spPr>
      </p:pic>
      <p:pic>
        <p:nvPicPr>
          <p:cNvPr id="1461" name="Google Shape;1461;p260">
            <a:hlinkClick r:id="rId8"/>
          </p:cNvPr>
          <p:cNvPicPr preferRelativeResize="0"/>
          <p:nvPr/>
        </p:nvPicPr>
        <p:blipFill>
          <a:blip r:embed="rId9">
            <a:alphaModFix/>
          </a:blip>
          <a:stretch>
            <a:fillRect/>
          </a:stretch>
        </p:blipFill>
        <p:spPr>
          <a:xfrm>
            <a:off x="994786" y="3401359"/>
            <a:ext cx="275682" cy="275693"/>
          </a:xfrm>
          <a:prstGeom prst="rect">
            <a:avLst/>
          </a:prstGeom>
          <a:noFill/>
          <a:ln>
            <a:noFill/>
          </a:ln>
        </p:spPr>
      </p:pic>
      <p:pic>
        <p:nvPicPr>
          <p:cNvPr id="1462" name="Google Shape;1462;p260">
            <a:hlinkClick r:id="rId10"/>
          </p:cNvPr>
          <p:cNvPicPr preferRelativeResize="0"/>
          <p:nvPr/>
        </p:nvPicPr>
        <p:blipFill>
          <a:blip r:embed="rId11">
            <a:alphaModFix/>
          </a:blip>
          <a:stretch>
            <a:fillRect/>
          </a:stretch>
        </p:blipFill>
        <p:spPr>
          <a:xfrm>
            <a:off x="1484245" y="3401339"/>
            <a:ext cx="275682" cy="275693"/>
          </a:xfrm>
          <a:prstGeom prst="rect">
            <a:avLst/>
          </a:prstGeom>
          <a:noFill/>
          <a:ln>
            <a:noFill/>
          </a:ln>
        </p:spPr>
      </p:pic>
      <p:pic>
        <p:nvPicPr>
          <p:cNvPr id="1463" name="Google Shape;1463;p260">
            <a:hlinkClick r:id="rId12"/>
          </p:cNvPr>
          <p:cNvPicPr preferRelativeResize="0"/>
          <p:nvPr/>
        </p:nvPicPr>
        <p:blipFill>
          <a:blip r:embed="rId13">
            <a:alphaModFix/>
          </a:blip>
          <a:stretch>
            <a:fillRect/>
          </a:stretch>
        </p:blipFill>
        <p:spPr>
          <a:xfrm>
            <a:off x="2463162" y="3401331"/>
            <a:ext cx="275682" cy="275693"/>
          </a:xfrm>
          <a:prstGeom prst="rect">
            <a:avLst/>
          </a:prstGeom>
          <a:noFill/>
          <a:ln>
            <a:noFill/>
          </a:ln>
        </p:spPr>
      </p:pic>
      <p:pic>
        <p:nvPicPr>
          <p:cNvPr id="1464" name="Google Shape;1464;p260">
            <a:hlinkClick r:id="rId14"/>
          </p:cNvPr>
          <p:cNvPicPr preferRelativeResize="0"/>
          <p:nvPr/>
        </p:nvPicPr>
        <p:blipFill>
          <a:blip r:embed="rId15">
            <a:alphaModFix/>
          </a:blip>
          <a:stretch>
            <a:fillRect/>
          </a:stretch>
        </p:blipFill>
        <p:spPr>
          <a:xfrm>
            <a:off x="1973704" y="3401348"/>
            <a:ext cx="275682" cy="275693"/>
          </a:xfrm>
          <a:prstGeom prst="rect">
            <a:avLst/>
          </a:prstGeom>
          <a:noFill/>
          <a:ln>
            <a:noFill/>
          </a:ln>
        </p:spPr>
      </p:pic>
      <p:pic>
        <p:nvPicPr>
          <p:cNvPr descr="A Product Management Event in Seattle on building a product vision. &#10;&#10;👉 Subscribe here: http://bit.ly/2xMQLbS &#10;🕊️ Follow us on Twitter: http://bit.ly/2xAQklN &#10;💙 Like us on Facebook for free event tickets: http://bit.ly/2xPfjkh &#10;📷 Check us out on Instagram: http://bit.ly/2eHmfJp &#10;🗣 Read speaker's bio: https://prdct.school/31VVAno&#10;&#10;Get the presentation slides here: https://prdct.school/3kJrutQ&#10;Find out more about us: https://prod.school/2ZKPqk1 💻&#10;&#10;ABOUT US:&#10;Founded in Silicon Valley in 2014, Product School is the global leader in product management training, with over 10,000 alumni, 20 campuses worldwide and a live online campus.&#10;&#10;Product School’s certificates (PMC™,FPMC™,PLC™) are the most important industry-recognized certificates for product managers; and all of our instructors are senior-level product managers working at top technology companies such as Google, Facebook, Airbnb, PayPal, LinkedIn, and Netflix. See our upcoming courses here: https://prod.school/2ZKPqk1&#10;&#10;In addition to classes, each of our campuses hosts weekly events with top industry professionals about Product Management, Data Analytics, Coding, Digital Marketing, UX Design and Product Leadership. Click here to see what we have coming up: https://prod.school/2YzyQHn&#10;&#10;Product leaders from local top tech companies visit Product School campuses each week. Through lectures, panel discussions, and a variety of other forums, the world’s top product managers visit Product School to provide invaluable real-world insights into critical management issues. &#10;&#10;📓 The Product Book has arrived! Learn how to become a great Product Manager. Get your copy here: https://prod.school/2YGSYrm&#10;&#10;#ProductManagement #ProductSchool #Upskill #TechEducation #Business #ProdMgmt #PMCertificate #ProductManager #Product #PM #IT #Management #PMP #ProductDesign #FinTech" id="1465" name="Google Shape;1465;p260" title="Tips for Building a Compelling Product Vision by Amazon Sr PM, Will Najar">
            <a:hlinkClick r:id="rId16"/>
          </p:cNvPr>
          <p:cNvPicPr preferRelativeResize="0"/>
          <p:nvPr/>
        </p:nvPicPr>
        <p:blipFill>
          <a:blip r:embed="rId17">
            <a:alphaModFix/>
          </a:blip>
          <a:stretch>
            <a:fillRect/>
          </a:stretch>
        </p:blipFill>
        <p:spPr>
          <a:xfrm>
            <a:off x="4649725" y="968025"/>
            <a:ext cx="3736200" cy="2802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5"/>
                                        </p:tgtEl>
                                        <p:attrNameLst>
                                          <p:attrName>style.visibility</p:attrName>
                                        </p:attrNameLst>
                                      </p:cBhvr>
                                      <p:to>
                                        <p:strVal val="visible"/>
                                      </p:to>
                                    </p:set>
                                    <p:animEffect filter="fade" transition="in">
                                      <p:cBhvr>
                                        <p:cTn dur="1000"/>
                                        <p:tgtEl>
                                          <p:spTgt spid="1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roduct Template">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